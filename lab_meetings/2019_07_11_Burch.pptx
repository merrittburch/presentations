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74"/>
  </p:normalViewPr>
  <p:slideViewPr>
    <p:cSldViewPr snapToGrid="0" snapToObjects="1">
      <p:cViewPr varScale="1">
        <p:scale>
          <a:sx n="90" d="100"/>
          <a:sy n="90" d="100"/>
        </p:scale>
        <p:origin x="216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EA053-2AF0-5440-BC17-AB13CA3DE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E74D69-AB9A-6145-9E89-ED794BA5F8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28821-A196-0A4C-AAF6-82C48436C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0CBC6-C01C-554A-A41D-4BD59E0A6905}" type="datetimeFigureOut">
              <a:rPr lang="en-US" smtClean="0"/>
              <a:t>7/11/19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36FEF-C3BC-1445-B355-3C3E2131A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72662-CF9C-AC46-AADF-15ABA4A10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135CF-1EB0-164D-A67A-771B5AFE4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282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4606B-5477-C843-B1F3-3EE7348EE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8B7BD-FF72-C54E-B3CD-882E43C46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09049-856A-2948-8675-E1B557B83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0CBC6-C01C-554A-A41D-4BD59E0A6905}" type="datetimeFigureOut">
              <a:rPr lang="en-US" smtClean="0"/>
              <a:t>7/11/19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D106A-4763-3644-B821-F0AAE357B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AD954-F811-DA4D-98BB-5EA14FCB5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135CF-1EB0-164D-A67A-771B5AFE4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895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E1DFA-6E0A-CE4E-88B3-6D90930DA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E51931-1B39-7249-B52E-EB65C23C1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07096-0A7B-4845-89AD-B8114153B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0CBC6-C01C-554A-A41D-4BD59E0A6905}" type="datetimeFigureOut">
              <a:rPr lang="en-US" smtClean="0"/>
              <a:t>7/11/19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E3010-CDD4-E34D-BCA1-AD042D04E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118AD-CFD3-6543-9CF1-2E8E721B5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135CF-1EB0-164D-A67A-771B5AFE4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83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A8EF8-47A7-214A-A679-655F0B9C7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FA78E-F209-054A-9E5C-CE96B3968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368045-8E67-2744-8900-E6C3589408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8E3A22-BA84-5A4B-897E-7CD89F197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0CBC6-C01C-554A-A41D-4BD59E0A6905}" type="datetimeFigureOut">
              <a:rPr lang="en-US" smtClean="0"/>
              <a:t>7/11/19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06D952-CB76-6E49-B88F-F8909244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7C30CB-A2C1-C344-8430-851193444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135CF-1EB0-164D-A67A-771B5AFE4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119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FA994-9253-0A40-9B58-57A42685D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FEF33-7A24-5B44-BF47-C340408B3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34A803-BBEE-9C4E-B64B-AFAD7B420A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B24E39-3CAD-DC4B-BEA3-68F31AA8A0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2E8937-65B1-D246-B667-6358C259FA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FD7710-77BD-F241-97A5-589314617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0CBC6-C01C-554A-A41D-4BD59E0A6905}" type="datetimeFigureOut">
              <a:rPr lang="en-US" smtClean="0"/>
              <a:t>7/11/19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D4EE7D-2493-7749-9EBE-089AB63DC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97F948-6DF3-D741-8D53-9E604079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135CF-1EB0-164D-A67A-771B5AFE4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978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6E287-A113-FF43-A3E3-1803A07B0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6F9661-5FEB-B042-AF35-79E9F86D8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0CBC6-C01C-554A-A41D-4BD59E0A6905}" type="datetimeFigureOut">
              <a:rPr lang="en-US" smtClean="0"/>
              <a:t>7/11/19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4C16B8-14E2-E949-A52A-B5A466B7C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F721BE-4BE8-584F-AAFD-E01C2D5E2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135CF-1EB0-164D-A67A-771B5AFE4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326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06195C-F174-5D4D-A706-C43DB4B79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0CBC6-C01C-554A-A41D-4BD59E0A6905}" type="datetimeFigureOut">
              <a:rPr lang="en-US" smtClean="0"/>
              <a:t>7/11/19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0CA33D-F338-5B41-931B-BF9459C0A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7595E-7174-E64A-A577-FD34E34E9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135CF-1EB0-164D-A67A-771B5AFE4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755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572DB-5BF9-7D46-A15B-5079CA8CF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DD2C-4F6E-CD4C-8CF3-D680F4C96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0D2EC-B395-A64E-A31D-EF8D46186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9C34D3-5503-8340-BB9D-4241B3EEC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0CBC6-C01C-554A-A41D-4BD59E0A6905}" type="datetimeFigureOut">
              <a:rPr lang="en-US" smtClean="0"/>
              <a:t>7/11/19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8EDF4-9A77-614C-BDF4-FF5F0EFAB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96F64-6792-7F44-90EA-0F54FFA21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135CF-1EB0-164D-A67A-771B5AFE4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61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16913-9D5E-6541-8ED3-2D8076371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914E90-7189-044C-B1FE-4FA9F948A9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ABFCD1-AAF1-8144-8A04-110C5551BC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37E5D0-04B4-8049-8978-16A3F65CA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0CBC6-C01C-554A-A41D-4BD59E0A6905}" type="datetimeFigureOut">
              <a:rPr lang="en-US" smtClean="0"/>
              <a:t>7/11/19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61B76C-26D3-5F4E-B0CE-E80ADAD81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A4A1B-FA78-364E-B1F9-93816D453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135CF-1EB0-164D-A67A-771B5AFE4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94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64999-D32B-004D-B84A-4D2CCF3B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FA2716-80E9-8941-9D5A-8A1DD3409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BF176-3CD6-BA49-A47A-1644C34EE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0CBC6-C01C-554A-A41D-4BD59E0A6905}" type="datetimeFigureOut">
              <a:rPr lang="en-US" smtClean="0"/>
              <a:t>7/11/19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AB4D2-7BA8-DB41-A0D8-DBB09763F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66C8F-196B-5C4C-857E-1B15C3E8D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135CF-1EB0-164D-A67A-771B5AFE4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581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B81FE3-E2A7-4541-9ADD-C6A44C9EB4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F0D29-78B1-E740-9892-EE32DD84C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77909-5199-6743-80AB-4BB220835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0CBC6-C01C-554A-A41D-4BD59E0A6905}" type="datetimeFigureOut">
              <a:rPr lang="en-US" smtClean="0"/>
              <a:t>7/11/19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28F7C-DF06-0D41-A8B1-D2516E318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9B26C-F966-8E4E-AF60-197D69FA9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135CF-1EB0-164D-A67A-771B5AFE4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024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D32DDC-8BD9-8343-936F-302C07755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D82A1-A16D-414E-A111-1427ED98F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C3FBB-0299-4D4B-B70B-C1BA042638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0CBC6-C01C-554A-A41D-4BD59E0A6905}" type="datetimeFigureOut">
              <a:rPr lang="en-US" smtClean="0"/>
              <a:t>7/11/19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2B6E4-AB30-514F-A143-630C35BECB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BD608-3F3F-804E-B630-93EF47CB0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135CF-1EB0-164D-A67A-771B5AFE4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384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7DCBA-08D1-204A-BC15-6ED579B90A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500" dirty="0"/>
              <a:t>Merritt Burch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08B4D3-D21E-A04A-BA32-239B3E2124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Lab Meeting</a:t>
            </a:r>
          </a:p>
          <a:p>
            <a:r>
              <a:rPr lang="en-US" dirty="0"/>
              <a:t>2019-07-10</a:t>
            </a:r>
          </a:p>
        </p:txBody>
      </p:sp>
    </p:spTree>
    <p:extLst>
      <p:ext uri="{BB962C8B-B14F-4D97-AF65-F5344CB8AC3E}">
        <p14:creationId xmlns:p14="http://schemas.microsoft.com/office/powerpoint/2010/main" val="3553849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6B571-C8BA-6D42-A172-96251BF35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/>
              <a:t>Ran PHG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6CE7F-DF88-0148-951F-04DA0C38B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Populated database and genotyped test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D2AE02-B11F-5E41-AA7F-60D0D4C22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955850"/>
            <a:ext cx="5870975" cy="25479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5A0545-EBB8-9D41-A851-6B6BDCA35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8" y="2681288"/>
            <a:ext cx="5748337" cy="309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01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AA573-757A-954D-93A9-703CB8D7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/>
              <a:t>Phenotype collection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37807F5-1930-3A4A-81F6-30427157D9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6592" y="1325562"/>
            <a:ext cx="9958816" cy="5428437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B967C2-8820-0E48-AC95-641F6789BF1C}"/>
              </a:ext>
            </a:extLst>
          </p:cNvPr>
          <p:cNvSpPr txBox="1"/>
          <p:nvPr/>
        </p:nvSpPr>
        <p:spPr>
          <a:xfrm>
            <a:off x="7272338" y="365125"/>
            <a:ext cx="4190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10k metabolites, ~4k mass-features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Typo in Zhou abstract and methods</a:t>
            </a:r>
          </a:p>
        </p:txBody>
      </p:sp>
    </p:spTree>
    <p:extLst>
      <p:ext uri="{BB962C8B-B14F-4D97-AF65-F5344CB8AC3E}">
        <p14:creationId xmlns:p14="http://schemas.microsoft.com/office/powerpoint/2010/main" val="2109344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E2A5E-3E63-1241-94EB-30A6A1437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AC76B-3624-D74E-BB59-CF49E6057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853"/>
            <a:ext cx="10515600" cy="4351338"/>
          </a:xfrm>
        </p:spPr>
        <p:txBody>
          <a:bodyPr/>
          <a:lstStyle/>
          <a:p>
            <a:r>
              <a:rPr lang="en-US" dirty="0"/>
              <a:t>Combining phenotypes (it’s messy)</a:t>
            </a:r>
          </a:p>
          <a:p>
            <a:pPr lvl="1"/>
            <a:r>
              <a:rPr lang="en-US" dirty="0"/>
              <a:t>1 file per population + data type</a:t>
            </a:r>
          </a:p>
          <a:p>
            <a:r>
              <a:rPr lang="en-US" dirty="0"/>
              <a:t>Running tests in TASSEL with </a:t>
            </a:r>
            <a:r>
              <a:rPr lang="en-US" dirty="0" err="1"/>
              <a:t>NAM+flowering</a:t>
            </a:r>
            <a:r>
              <a:rPr lang="en-US" dirty="0"/>
              <a:t> time</a:t>
            </a:r>
          </a:p>
          <a:p>
            <a:pPr lvl="1"/>
            <a:r>
              <a:rPr lang="en-US" dirty="0"/>
              <a:t>VNC to CBSU machines for TASSEL GUI</a:t>
            </a:r>
          </a:p>
          <a:p>
            <a:pPr lvl="1"/>
            <a:r>
              <a:rPr lang="en-US" dirty="0"/>
              <a:t>Filtering by table sites is </a:t>
            </a:r>
            <a:r>
              <a:rPr lang="en-US" b="1" i="1" dirty="0">
                <a:solidFill>
                  <a:schemeClr val="accent6"/>
                </a:solidFill>
              </a:rPr>
              <a:t>very important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35BCAE-F0BF-E64D-AB39-3481B555E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813" y="3140075"/>
            <a:ext cx="4521200" cy="303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882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67</Words>
  <Application>Microsoft Macintosh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Merritt Burch</vt:lpstr>
      <vt:lpstr>Ran PHG Pipeline</vt:lpstr>
      <vt:lpstr>Phenotype collection</vt:lpstr>
      <vt:lpstr>Next steps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Merritt Burch</dc:title>
  <dc:creator>Microsoft Office User</dc:creator>
  <cp:lastModifiedBy>Microsoft Office User</cp:lastModifiedBy>
  <cp:revision>8</cp:revision>
  <dcterms:created xsi:type="dcterms:W3CDTF">2019-07-10T19:23:02Z</dcterms:created>
  <dcterms:modified xsi:type="dcterms:W3CDTF">2019-07-11T13:29:52Z</dcterms:modified>
</cp:coreProperties>
</file>