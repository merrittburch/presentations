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58d48e1e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58d48e1e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58d48e1ed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58d48e1ed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58d48e1ed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58d48e1ed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Merritt Burch</a:t>
            </a:r>
            <a:endParaRPr sz="36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Buckler Lab Presentation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2019-04-25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George Harrison Shull (1872-1954)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076275"/>
            <a:ext cx="871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PhD from University of Chicago in 1904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Described heterosis and coined term in maize by crossing stable inbreds together to create vigorous hybrids (1908), estimated to have increased corn yields by 20% (+1.8 billion bushels = $2 billion dollars);  founder of ‘Genetics’ journal, worked on many different crops (primrose, sunflower, tomato, poppy, tobacco, etc.)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Botanical expert to the Bureau of Plant Industry; Botanical investigator at Carnegie Institution at Cold Spring Harbor; Princeton University ( started in 1915)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1948 Public Welfare Medal from the National Academy of Sciences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Never completed a full-year of grade school. Went on to be a country school teacher in Ohio for 5 years, taught 7 grades/day, tried to become a principal in 1901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8700" y="44924"/>
            <a:ext cx="1099275" cy="165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K-means clustering of multi-dimensional points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2194075"/>
            <a:ext cx="6506700" cy="26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Centroids are the mean of cluster points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Points belong to cluster whose mean/centroid closest to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Steps to k-means clustering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Pick k centroids (randomly or through seeds)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Partition the data into centroids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Recompute centroid means with points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Repeat 2 and 3 until convergence (means stop changing)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725" y="923876"/>
            <a:ext cx="7074324" cy="134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2525" y="2571750"/>
            <a:ext cx="2209800" cy="20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Going to attempt to cast code/example to screen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