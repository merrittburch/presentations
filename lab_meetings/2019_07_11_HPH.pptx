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2" r:id="rId10"/>
    <p:sldId id="263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8"/>
    <p:restoredTop sz="94675"/>
  </p:normalViewPr>
  <p:slideViewPr>
    <p:cSldViewPr snapToGrid="0" snapToObjects="1">
      <p:cViewPr varScale="1">
        <p:scale>
          <a:sx n="90" d="100"/>
          <a:sy n="90" d="100"/>
        </p:scale>
        <p:origin x="216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821DD-6BF4-FE4B-B048-626D099077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F4E06E-5C13-7A4A-BF2F-CE1B9F4109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5738A-9BE5-7B4E-85CD-5DA27AFC8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81EFE-833F-AF45-AA78-052AC84FB58D}" type="datetimeFigureOut">
              <a:rPr lang="en-US" smtClean="0"/>
              <a:t>7/11/19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6E3F2A-12FB-464E-A89D-B6858037D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4D28B-EDA7-BE49-B09F-B361A6283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8B9AA-E56C-484B-BCB0-3F6252A364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322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22D8-E493-5F48-ACA3-6B776AE84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F7F69-A4FE-7A40-BC78-36561AC65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42FEE-05C6-2F45-A145-FAF79F6B3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81EFE-833F-AF45-AA78-052AC84FB58D}" type="datetimeFigureOut">
              <a:rPr lang="en-US" smtClean="0"/>
              <a:t>7/11/19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DA4F4D-A138-E349-BDC6-939EF9A49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52591A-51CD-8549-BCC7-8228E8BAE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8B9AA-E56C-484B-BCB0-3F6252A364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000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EDD47-73EF-094A-AF3A-C64C190F0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1C23F9-E026-E642-AFA4-4D00864B4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787DD-C384-7648-8184-8CA9B8BD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81EFE-833F-AF45-AA78-052AC84FB58D}" type="datetimeFigureOut">
              <a:rPr lang="en-US" smtClean="0"/>
              <a:t>7/11/19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D2ACD-34B4-724D-ADEB-82C90E6A3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0C18BE-3EF3-FB4A-919F-7DE733E71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8B9AA-E56C-484B-BCB0-3F6252A364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2896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56891-8EB7-5E47-8CE1-19754A4EC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9A43D5-AC54-A644-9305-2CCF72A9B8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5BAF13-F1FE-7148-89FD-5D6107D9DA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2C45C8-9E85-DB42-AC51-D5B3EC8E0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81EFE-833F-AF45-AA78-052AC84FB58D}" type="datetimeFigureOut">
              <a:rPr lang="en-US" smtClean="0"/>
              <a:t>7/11/19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E965F2-CFED-3742-94C2-BD2DFCA3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9DA2C9-3D23-C24A-BD89-52086A25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8B9AA-E56C-484B-BCB0-3F6252A364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49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31F07-0F0B-FD43-8C4C-6BCEA9346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1E7F4-783B-144E-BDB4-877DF78A1A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F5A93-1F32-FB41-87EE-9AE7174D70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F0B53B-DC28-E348-9132-8A459AE8C7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2B0042-909F-A348-A939-522BAFA52A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9F8C5E-1830-9C44-9941-88EDA767F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81EFE-833F-AF45-AA78-052AC84FB58D}" type="datetimeFigureOut">
              <a:rPr lang="en-US" smtClean="0"/>
              <a:t>7/11/19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61B4C8-B80A-9B43-8359-B87E81101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3E55B4-216D-4947-A5B6-AD3447CF1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8B9AA-E56C-484B-BCB0-3F6252A364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290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739AF-0DAF-1643-9B25-2CC560C9F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60F753-13D1-924A-AE1F-50763F182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81EFE-833F-AF45-AA78-052AC84FB58D}" type="datetimeFigureOut">
              <a:rPr lang="en-US" smtClean="0"/>
              <a:t>7/11/19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D107F1-6E69-4745-9DC1-BB588583F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E4EC68-5979-E34E-91B7-402CC5FFA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8B9AA-E56C-484B-BCB0-3F6252A364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63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B557FD-00D1-5E41-83BF-5C32BF880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81EFE-833F-AF45-AA78-052AC84FB58D}" type="datetimeFigureOut">
              <a:rPr lang="en-US" smtClean="0"/>
              <a:t>7/11/19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02ED33-2CA4-BB45-816E-B05C2D3BC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61A08-EFF4-A748-BAA9-6C45E7F02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8B9AA-E56C-484B-BCB0-3F6252A364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270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1E8F8-A8FF-2549-9718-338D2E417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072A43-E0F9-8B4A-8BC7-0F880AE08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733BF3-409E-9349-8A0B-D6FD1FF259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D574FD-919F-D54B-BDB6-1CA3DFE33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81EFE-833F-AF45-AA78-052AC84FB58D}" type="datetimeFigureOut">
              <a:rPr lang="en-US" smtClean="0"/>
              <a:t>7/11/19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6C1502-23CA-E943-8BC0-B01043EDF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D3D024-5E73-924F-AD8C-6A1614E45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8B9AA-E56C-484B-BCB0-3F6252A364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441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A89E4-BB76-F64A-A020-F7B59B017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3BDADD-9FD4-8148-A533-F476989035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D4231A-15A3-0647-8748-7FA9F630BC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387B3C-9409-8646-B699-9E7F915A3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81EFE-833F-AF45-AA78-052AC84FB58D}" type="datetimeFigureOut">
              <a:rPr lang="en-US" smtClean="0"/>
              <a:t>7/11/19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7A8AA0-8047-A440-965C-87340B84D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93CD33-038F-6042-891C-56635A16E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8B9AA-E56C-484B-BCB0-3F6252A364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879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0DA0E-51D4-9A45-925F-4167A5E90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BE1875-10E8-534B-8599-6D7D445BC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267CA6-22D1-6042-9195-29A7E6DDE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81EFE-833F-AF45-AA78-052AC84FB58D}" type="datetimeFigureOut">
              <a:rPr lang="en-US" smtClean="0"/>
              <a:t>7/11/19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06C986-6F2E-0447-B3C4-7BEEAB1D2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46651D-9116-6B42-B4B2-85876BAE1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8B9AA-E56C-484B-BCB0-3F6252A364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5752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5F0AAC-50FF-C948-9135-F7ECCB8C7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26B73-9D21-E643-BD9F-D35AFB5C2A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8FE5C6-93CA-C444-85A4-BF6A0B90C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81EFE-833F-AF45-AA78-052AC84FB58D}" type="datetimeFigureOut">
              <a:rPr lang="en-US" smtClean="0"/>
              <a:t>7/11/19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2DB2D3-D3D1-3244-8A65-F42568560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C7DC4-82C7-0C41-B9EF-C1D05E87F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8B9AA-E56C-484B-BCB0-3F6252A364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101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30B253-C1D0-3745-9204-DF1CACB73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1F81EF-3CF4-304E-A1D9-CF6B3FDA9C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BF5E2-68A7-1844-A0F8-4D4B075485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581EFE-833F-AF45-AA78-052AC84FB58D}" type="datetimeFigureOut">
              <a:rPr lang="en-US" smtClean="0"/>
              <a:t>7/11/19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AC6BD8-A2A9-D347-B64B-DF419204AA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914FE-37F6-044E-B647-12EF9D2142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8B9AA-E56C-484B-BCB0-3F6252A364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075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9B78F-D33F-0F40-AA40-57CBD86A24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pPr fontAlgn="base"/>
            <a:r>
              <a:rPr lang="en-US" sz="2900" dirty="0"/>
              <a:t>Automated methods enable direct computation on phenotypic descriptions for novel candidate gene prediction</a:t>
            </a:r>
            <a:br>
              <a:rPr lang="en-US" sz="2900" dirty="0"/>
            </a:br>
            <a:endParaRPr lang="en-US" sz="2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98071D-D07D-1F46-BD2C-6F3D2C9BAD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Ian R. Braun, Carolyn J. Lawrence-Dill</a:t>
            </a:r>
            <a:br>
              <a:rPr lang="en-US" dirty="0"/>
            </a:br>
            <a:r>
              <a:rPr lang="en-US" dirty="0" err="1"/>
              <a:t>bioRxiv</a:t>
            </a:r>
            <a:r>
              <a:rPr lang="en-US" dirty="0"/>
              <a:t> 689976; </a:t>
            </a:r>
            <a:r>
              <a:rPr lang="en-US" dirty="0" err="1"/>
              <a:t>doi</a:t>
            </a:r>
            <a:r>
              <a:rPr lang="en-US" dirty="0"/>
              <a:t>: https://</a:t>
            </a:r>
            <a:r>
              <a:rPr lang="en-US" dirty="0" err="1"/>
              <a:t>doi.org</a:t>
            </a:r>
            <a:r>
              <a:rPr lang="en-US" dirty="0"/>
              <a:t>/10.1101/689976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7433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80BE20-DD2E-FD43-A0FE-73E871642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350" y="222250"/>
            <a:ext cx="11417300" cy="641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794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5F0AF0-C45B-BD4D-9F34-35F4AE03E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6512"/>
            <a:ext cx="12192000" cy="2824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090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1EAE60-F0B6-DE46-BCB0-901FABCE13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66" y="268141"/>
            <a:ext cx="10605668" cy="6321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390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9E3A60-FFC7-AC40-8A62-818863DB4B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104900"/>
            <a:ext cx="89916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527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4162A-CE46-154F-ADEF-C77D34A84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577850"/>
            <a:ext cx="11353800" cy="570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107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95C7BC-F42E-C148-A089-506365F6C4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" y="1708150"/>
            <a:ext cx="12179300" cy="344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390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A0B059-99AE-724C-8140-9334D592E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74" y="0"/>
            <a:ext cx="100716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63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3341C9-BB19-3241-93FA-137251C5C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114300"/>
            <a:ext cx="119634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873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8D730C-F287-A546-ABE5-4EF787070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03291"/>
            <a:ext cx="12192000" cy="405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811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FAB9313-3DCF-C448-BE5E-12371F607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259" y="0"/>
            <a:ext cx="63154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425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0F9A51-91B1-2F48-806D-D0C2ED793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165" y="0"/>
            <a:ext cx="63476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806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16</Words>
  <Application>Microsoft Macintosh PowerPoint</Application>
  <PresentationFormat>Widescreen</PresentationFormat>
  <Paragraphs>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Automated methods enable direct computation on phenotypic descriptions for novel candidate gene prediction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methods enable direct computation on phenotypic descriptions for novel candidate gene prediction </dc:title>
  <dc:creator>Microsoft Office User</dc:creator>
  <cp:lastModifiedBy>Microsoft Office User</cp:lastModifiedBy>
  <cp:revision>1</cp:revision>
  <dcterms:created xsi:type="dcterms:W3CDTF">2019-07-11T17:15:50Z</dcterms:created>
  <dcterms:modified xsi:type="dcterms:W3CDTF">2019-07-11T17:29:10Z</dcterms:modified>
</cp:coreProperties>
</file>