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2" r:id="rId11"/>
    <p:sldId id="263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1"/>
  </p:normalViewPr>
  <p:slideViewPr>
    <p:cSldViewPr snapToGrid="0" snapToObjects="1">
      <p:cViewPr varScale="1">
        <p:scale>
          <a:sx n="91" d="100"/>
          <a:sy n="91" d="100"/>
        </p:scale>
        <p:origin x="22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21DD-6BF4-FE4B-B048-626D09907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4E06E-5C13-7A4A-BF2F-CE1B9F410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5738A-9BE5-7B4E-85CD-5DA27AFC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E3F2A-12FB-464E-A89D-B685803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4D28B-EDA7-BE49-B09F-B361A628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2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22D8-E493-5F48-ACA3-6B776AE8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7F69-A4FE-7A40-BC78-36561AC6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42FEE-05C6-2F45-A145-FAF79F6B3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4F4D-A138-E349-BDC6-939EF9A4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2591A-51CD-8549-BCC7-8228E8BA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0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DD47-73EF-094A-AF3A-C64C190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C23F9-E026-E642-AFA4-4D00864B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787DD-C384-7648-8184-8CA9B8BD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D2ACD-34B4-724D-ADEB-82C90E6A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C18BE-3EF3-FB4A-919F-7DE733E7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8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6891-8EB7-5E47-8CE1-19754A4E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43D5-AC54-A644-9305-2CCF72A9B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BAF13-F1FE-7148-89FD-5D6107D9D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C45C8-9E85-DB42-AC51-D5B3EC8E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965F2-CFED-3742-94C2-BD2DFCA3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DA2C9-3D23-C24A-BD89-52086A25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9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1F07-0F0B-FD43-8C4C-6BCEA934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1E7F4-783B-144E-BDB4-877DF78A1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F5A93-1F32-FB41-87EE-9AE7174D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0B53B-DC28-E348-9132-8A459AE8C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B0042-909F-A348-A939-522BAFA52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F8C5E-1830-9C44-9941-88EDA767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1B4C8-B80A-9B43-8359-B87E8110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E55B4-216D-4947-A5B6-AD3447CF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9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39AF-0DAF-1643-9B25-2CC560C9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0F753-13D1-924A-AE1F-50763F18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107F1-6E69-4745-9DC1-BB588583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4EC68-5979-E34E-91B7-402CC5FF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3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557FD-00D1-5E41-83BF-5C32BF88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2ED33-2CA4-BB45-816E-B05C2D3B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61A08-EFF4-A748-BAA9-6C45E7F0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E8F8-A8FF-2549-9718-338D2E417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72A43-E0F9-8B4A-8BC7-0F880AE08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33BF3-409E-9349-8A0B-D6FD1FF25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574FD-919F-D54B-BDB6-1CA3DFE3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C1502-23CA-E943-8BC0-B01043ED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3D024-5E73-924F-AD8C-6A1614E4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4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89E4-BB76-F64A-A020-F7B59B017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BDADD-9FD4-8148-A533-F47698903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4231A-15A3-0647-8748-7FA9F630B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87B3C-9409-8646-B699-9E7F915A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8AA0-8047-A440-965C-87340B84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3CD33-038F-6042-891C-56635A16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7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DA0E-51D4-9A45-925F-4167A5E9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E1875-10E8-534B-8599-6D7D445B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7CA6-22D1-6042-9195-29A7E6DD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C986-6F2E-0447-B3C4-7BEEAB1D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6651D-9116-6B42-B4B2-85876BAE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7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F0AAC-50FF-C948-9135-F7ECCB8C7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26B73-9D21-E643-BD9F-D35AFB5C2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E5C6-93CA-C444-85A4-BF6A0B90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DB2D3-D3D1-3244-8A65-F4256856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7DC4-82C7-0C41-B9EF-C1D05E87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B253-C1D0-3745-9204-DF1CACB7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81EF-3CF4-304E-A1D9-CF6B3FDA9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BF5E2-68A7-1844-A0F8-4D4B07548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1EFE-833F-AF45-AA78-052AC84FB58D}" type="datetimeFigureOut">
              <a:rPr lang="en-US" smtClean="0"/>
              <a:t>7/12/19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C6BD8-A2A9-D347-B64B-DF419204A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914FE-37F6-044E-B647-12EF9D214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8B9AA-E56C-484B-BCB0-3F6252A36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B78F-D33F-0F40-AA40-57CBD86A2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pPr fontAlgn="base"/>
            <a:r>
              <a:rPr lang="en-US" sz="2900" dirty="0"/>
              <a:t>Automated methods enable direct computation on phenotypic descriptions for novel candidate gene prediction</a:t>
            </a:r>
            <a:br>
              <a:rPr lang="en-US" sz="2900" dirty="0"/>
            </a:br>
            <a:endParaRPr lang="en-US" sz="2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8071D-D07D-1F46-BD2C-6F3D2C9BA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Ian R. Braun, Carolyn J. Lawrence-Dill</a:t>
            </a:r>
            <a:br>
              <a:rPr lang="en-US" dirty="0"/>
            </a:br>
            <a:r>
              <a:rPr lang="en-US" dirty="0" err="1"/>
              <a:t>bioRxiv</a:t>
            </a:r>
            <a:r>
              <a:rPr lang="en-US" dirty="0"/>
              <a:t> 689976; </a:t>
            </a:r>
            <a:r>
              <a:rPr lang="en-US" dirty="0" err="1"/>
              <a:t>doi</a:t>
            </a:r>
            <a:r>
              <a:rPr lang="en-US" dirty="0"/>
              <a:t>: https://</a:t>
            </a:r>
            <a:r>
              <a:rPr lang="en-US" dirty="0" err="1"/>
              <a:t>doi.org</a:t>
            </a:r>
            <a:r>
              <a:rPr lang="en-US" dirty="0"/>
              <a:t>/10.1101/689976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34D757-B189-CE47-92E1-CF331FE0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24" y="798439"/>
            <a:ext cx="8224297" cy="50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8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80BE20-DD2E-FD43-A0FE-73E87164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222250"/>
            <a:ext cx="11417300" cy="64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9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F0AF0-C45B-BD4D-9F34-35F4AE03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6512"/>
            <a:ext cx="12192000" cy="282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9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EAE60-F0B6-DE46-BCB0-901FABCE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6" y="268141"/>
            <a:ext cx="10605668" cy="632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9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E3A60-FFC7-AC40-8A62-818863DB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04900"/>
            <a:ext cx="8991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2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4162A-CE46-154F-ADEF-C77D34A84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77850"/>
            <a:ext cx="11353800" cy="57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0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5C7BC-F42E-C148-A089-506365F6C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1708150"/>
            <a:ext cx="121793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9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A0B059-99AE-724C-8140-9334D592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4" y="0"/>
            <a:ext cx="1007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3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341C9-BB19-3241-93FA-137251C5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14300"/>
            <a:ext cx="119634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7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D730C-F287-A546-ABE5-4EF78707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291"/>
            <a:ext cx="12192000" cy="40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11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B9313-3DCF-C448-BE5E-12371F607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259" y="0"/>
            <a:ext cx="6315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25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F9A51-91B1-2F48-806D-D0C2ED793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165" y="0"/>
            <a:ext cx="63476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0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</Words>
  <Application>Microsoft Macintosh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Automated methods enable direct computation on phenotypic descriptions for novel candidate gene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methods enable direct computation on phenotypic descriptions for novel candidate gene prediction </dc:title>
  <dc:creator>Microsoft Office User</dc:creator>
  <cp:lastModifiedBy>Microsoft Office User</cp:lastModifiedBy>
  <cp:revision>2</cp:revision>
  <dcterms:created xsi:type="dcterms:W3CDTF">2019-07-11T17:15:50Z</dcterms:created>
  <dcterms:modified xsi:type="dcterms:W3CDTF">2019-07-12T19:57:51Z</dcterms:modified>
</cp:coreProperties>
</file>