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4634-6FC2-4F12-8F03-ED7525FAD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1AA57-DFD0-474C-9C25-10BACBBF5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DD773-7781-42D4-8324-9C6530560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AEBBD-9343-4FEB-B5A8-344E866B6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F900F-7AF3-49B1-A4C8-305E3F74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1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5C09-8AC3-4122-9695-C2A34DBE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05634-D180-4595-9947-7CC342FB3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84B6F-5D2A-4D3C-A59D-77E0EEC1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A9A13-630B-4CB5-AB1C-343094E5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0649C-2727-4CE8-A666-56E0CFF5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6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9C78C-6A33-4802-A3F1-4E0052A6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74822-4D60-4637-816C-A1229EEE1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ADD7D-7D1D-4CF8-93C3-2DF0C9EA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64632-55DC-4D4B-B463-A6A8A87E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A0A55-36BF-4A51-97B8-DFDCB427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2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F14A-5623-43BD-950F-3B58BA37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723E6-D59A-45DA-8F8B-498E735CC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8FEB6-F479-4579-BCE0-AE7337D78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3FC66-8570-4AAF-A0CE-D7F872C8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5B942-8F39-4F26-A63E-CF2FD3EB3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0C0B1-AC73-41D8-9EF0-9670FC55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3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1BE5-1FFF-4FD4-9457-0F04E847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2AB5F-4C75-4845-B6D0-D0138C009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0F8A6-AD42-4C05-9CB8-D6D137B3D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C88CA-FCE1-40E8-85EF-52B0D68F6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FB2D74-BCF9-43FB-B522-A30BCF489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CAF6AE-2BAD-4E43-A43E-D6AA433B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E4A9A-6D35-4A69-8E36-7903EE74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788AB8-1532-4F1F-9D1A-6B7C2943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4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7C96-05CC-4DD0-A139-7DBCD778C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24639-0B0A-4CFB-8E10-D6C38E74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7C508-D66D-4226-AFE7-C2466681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3032D-E7FE-460A-B060-DEA12DA5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8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20B75-E6AA-460E-8B61-55F8FEFC0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24AE9-CC6B-4E3E-8D44-CC241A51D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FAC19-F67E-4F01-A6BE-BE486FF9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1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1434F-A161-4A28-8C99-1BD99D4C5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7E0C8-7124-457E-90B5-7DFFEE239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B1975-7844-486D-8D0A-EE223905F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E9502-1654-4241-AFB1-74FE8580F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85718-D89B-440D-86FD-D84238D5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3B019-7FC5-420E-B482-767E648EB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5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32DF-8F76-463E-A6A3-D94F4F9B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88EEC-8B96-44C4-A420-21444A52E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F1FFF-790A-40CE-AAA8-7B924E0B4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39935-BD35-4CDB-BA01-C2FAA1B4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7D923-572A-4659-BA23-511329A3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725D0-900C-4939-AAFD-EEC43820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3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24F0-973F-48BF-8A4D-42644CFC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F6FD6-BDBE-4860-A994-E721116D5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2513E-F2B1-4C09-B627-E04C37BD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C7647-8EA2-4386-B15D-FA35B9E8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DC639-2CDA-4A5B-93EB-5A17C90B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3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A93D2A-3858-41A6-9632-0BDCC96B8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17160-4338-485B-907F-6C4672955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A3B47-DF29-4C32-9CFC-C0DD0283E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ACADD-DB2C-4171-B4A9-AD05583E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776FD-5BA5-4B6F-8A7B-1F7D349F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41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094E0-79AE-48A7-B70C-777C509B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0B60D-A4A6-4175-8B3B-2E65EF59E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7F8A6-536C-4F83-9976-DDB93F3B7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80386-4DC9-47C1-A81D-E81F5A6E40DE}" type="datetimeFigureOut">
              <a:rPr lang="en-US" smtClean="0"/>
              <a:t>11/1/2018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5738D-085A-4574-B801-F6F268078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996CD-F49A-4859-A255-DF4956E8A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D08D0-7279-4BC5-94E8-4F0D8D846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6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5B24-E448-4037-94E6-CA4C446A9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2238"/>
            <a:ext cx="9144000" cy="1169435"/>
          </a:xfrm>
        </p:spPr>
        <p:txBody>
          <a:bodyPr>
            <a:normAutofit/>
          </a:bodyPr>
          <a:lstStyle/>
          <a:p>
            <a:r>
              <a:rPr lang="en-US" sz="3500" dirty="0"/>
              <a:t>BLAST searches on maize coding DNA sequences for PHG reference ranges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97673-DA89-46C9-81A1-E3680451A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8089"/>
            <a:ext cx="9144000" cy="1655762"/>
          </a:xfrm>
        </p:spPr>
        <p:txBody>
          <a:bodyPr/>
          <a:lstStyle/>
          <a:p>
            <a:r>
              <a:rPr lang="en-US" dirty="0"/>
              <a:t>Merritt Burch</a:t>
            </a:r>
          </a:p>
          <a:p>
            <a:r>
              <a:rPr lang="en-US" dirty="0"/>
              <a:t>Buckler Lab Presentation</a:t>
            </a:r>
          </a:p>
          <a:p>
            <a:r>
              <a:rPr lang="en-US" dirty="0"/>
              <a:t>November 1, 2018</a:t>
            </a:r>
          </a:p>
        </p:txBody>
      </p:sp>
    </p:spTree>
    <p:extLst>
      <p:ext uri="{BB962C8B-B14F-4D97-AF65-F5344CB8AC3E}">
        <p14:creationId xmlns:p14="http://schemas.microsoft.com/office/powerpoint/2010/main" val="233669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2912-122D-4A7F-AF22-ADCADAE8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408B1-7B5F-4C47-93A0-7B5AADEC1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1787554"/>
            <a:ext cx="9334500" cy="304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1C18CD-9853-4229-AC97-A2106AAD2E47}"/>
              </a:ext>
            </a:extLst>
          </p:cNvPr>
          <p:cNvSpPr txBox="1"/>
          <p:nvPr/>
        </p:nvSpPr>
        <p:spPr>
          <a:xfrm>
            <a:off x="8481270" y="4747754"/>
            <a:ext cx="2527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 by bit score, </a:t>
            </a:r>
            <a:r>
              <a:rPr lang="en-US" dirty="0" err="1"/>
              <a:t>evalue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4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37F6-5DFF-4DFA-A051-225955A9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FC156-06A8-4DCC-94D2-0ADA6A733C33}"/>
              </a:ext>
            </a:extLst>
          </p:cNvPr>
          <p:cNvSpPr txBox="1"/>
          <p:nvPr/>
        </p:nvSpPr>
        <p:spPr>
          <a:xfrm>
            <a:off x="838200" y="1690688"/>
            <a:ext cx="7500258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For some genes: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BLAST search was able to reduce #of possible transcripts to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Others had duplicates, different transcripts had same bit scores &amp; e-values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First CDS not always most conserved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Often transcripts 2-86 had highest conservation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Some IDs in CDS file </a:t>
            </a:r>
            <a:r>
              <a:rPr lang="en-US" sz="1700" dirty="0">
                <a:sym typeface="Wingdings" panose="05000000000000000000" pitchFamily="2" charset="2"/>
              </a:rPr>
              <a:t> “</a:t>
            </a:r>
            <a:r>
              <a:rPr lang="en-US" sz="1700" dirty="0" err="1">
                <a:sym typeface="Wingdings" panose="05000000000000000000" pitchFamily="2" charset="2"/>
              </a:rPr>
              <a:t>ZeamMpxxx</a:t>
            </a:r>
            <a:r>
              <a:rPr lang="en-US" sz="1700" dirty="0">
                <a:sym typeface="Wingdings" panose="05000000000000000000" pitchFamily="2" charset="2"/>
              </a:rPr>
              <a:t>”, “</a:t>
            </a:r>
            <a:r>
              <a:rPr lang="en-US" sz="1700" dirty="0" err="1">
                <a:sym typeface="Wingdings" panose="05000000000000000000" pitchFamily="2" charset="2"/>
              </a:rPr>
              <a:t>ZeamaCpxxx</a:t>
            </a:r>
            <a:r>
              <a:rPr lang="en-US" sz="1700" dirty="0">
                <a:sym typeface="Wingdings" panose="05000000000000000000" pitchFamily="2" charset="2"/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ym typeface="Wingdings" panose="05000000000000000000" pitchFamily="2" charset="2"/>
              </a:rPr>
              <a:t>Extract new coordinates</a:t>
            </a:r>
            <a:endParaRPr lang="en-US" sz="17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DA4F11-0D5C-427D-ABC5-7469C01F7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262977"/>
              </p:ext>
            </p:extLst>
          </p:nvPr>
        </p:nvGraphicFramePr>
        <p:xfrm>
          <a:off x="3137483" y="3927485"/>
          <a:ext cx="5276675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7141">
                  <a:extLst>
                    <a:ext uri="{9D8B030D-6E8A-4147-A177-3AD203B41FA5}">
                      <a16:colId xmlns:a16="http://schemas.microsoft.com/office/drawing/2014/main" val="1374240164"/>
                    </a:ext>
                  </a:extLst>
                </a:gridCol>
                <a:gridCol w="1269534">
                  <a:extLst>
                    <a:ext uri="{9D8B030D-6E8A-4147-A177-3AD203B41FA5}">
                      <a16:colId xmlns:a16="http://schemas.microsoft.com/office/drawing/2014/main" val="269027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995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CDS maize IDs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131,585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561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# matches across 3 genomes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848,886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62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Final # of transcripts for PHG ref-ranges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34,547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201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694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105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BLAST searches on maize coding DNA sequences for PHG reference ranges</vt:lpstr>
      <vt:lpstr>Methods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 searches on maize coding DNA sequences</dc:title>
  <dc:creator>Merritt Burch</dc:creator>
  <cp:lastModifiedBy>Merritt Burch</cp:lastModifiedBy>
  <cp:revision>9</cp:revision>
  <dcterms:created xsi:type="dcterms:W3CDTF">2018-11-01T04:25:24Z</dcterms:created>
  <dcterms:modified xsi:type="dcterms:W3CDTF">2018-11-01T12:04:59Z</dcterms:modified>
</cp:coreProperties>
</file>