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8" r:id="rId4"/>
    <p:sldId id="256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37"/>
    <p:restoredTop sz="94661"/>
  </p:normalViewPr>
  <p:slideViewPr>
    <p:cSldViewPr snapToGrid="0" snapToObjects="1">
      <p:cViewPr varScale="1">
        <p:scale>
          <a:sx n="81" d="100"/>
          <a:sy n="81" d="100"/>
        </p:scale>
        <p:origin x="200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9A87-FF18-A342-AF5B-BE37F611E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DAF23-CA2B-1147-A2BA-CAF4D6119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8A1F3-3B57-1649-B2C8-9809B03F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8EAA-CF01-8F4F-A324-936D371E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B128-AA1E-D544-B484-33713694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53A1-3DC9-F140-A744-B140FB5A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5E54-E528-8749-8949-84214330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3A549-2CB0-BE48-BFCD-8D894B6C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C15F-C70E-DB46-958A-E1D99030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29BBA-55F0-C640-988C-52725025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8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35B3-CE71-7842-89E3-3C078B94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F54E3-3E24-1E49-A97B-E94A68D13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4A6B-D446-1043-9AC3-DE484E21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61A3E-13DC-5C4B-B973-09D41E27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CAEAA-6BAB-F444-A268-95CFB1E8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3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07AF-0C91-AA48-BD36-B9DC92F6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680DE-CCD4-8C4D-BDFF-BFE838CE7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61EE7-7726-BD4C-8F72-DD9EF39BE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B7853-0E22-7A4D-8C5C-A03472B1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055CE-48E4-4A42-A8C7-6B7626E3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50D2B-8D6B-6843-80D9-3C7C9F4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7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2CC4-F8A0-484F-80DC-C4BD1DD8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354C2-5290-8D41-A04D-973D7672C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94C7D-7DCE-004A-9911-D2CF70722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4E089-1EA6-1F46-AD7A-39C5F114F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BA2D2-B57A-0542-B090-57EEFDA81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E4D7E-F705-AC40-8E58-B7879F42C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01720A-B293-1140-AFC7-1202B531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83DD2-A7C1-9E45-B087-9EDC98D3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DFF8-615E-AE42-BB7F-25DC9CB3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4FBBD-639D-264D-80D1-8401B0C5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1484D-4F5B-3342-ABA2-8A13F808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5039D-0B3C-AF41-8E72-DB514040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8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9AB4C-54E9-E444-823F-A51D636E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44425-9813-1E47-AFD4-604C1963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E6ED6-E2BA-6D47-ACC6-DA9C7D7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9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EC8F-58DD-0544-B67D-C531C9DA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9FB1B-A22B-4E4D-BF18-ADAFD272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FFC7F-C5EC-8947-B927-3265A21B6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E03C9-4183-C846-91AD-E2FEDA5B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89D99-A95C-2041-A03F-342A965C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DB304-90C8-C641-AB52-BBBA3373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0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89A9-7A82-4F46-9E09-5926C333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9FBA3-BAA2-5547-B4A5-D42F27A30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5A5F3-1D12-4C42-92DB-7C0DD5715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E1CE4-F011-D146-81AC-3CA70543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2C702-8828-E04D-8AEF-25468655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A3B74-442E-5C40-94A9-D8A8747F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7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E6A0-FD62-D349-9FB0-1D703BE0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E7674-4492-5A45-B27B-D17AC1775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60B79-24AB-2548-9BFC-BF4037AF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F1262-4C91-1441-B5EB-905C9D77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AFE82-CF9D-9F4A-9993-5965A1E6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2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F9A0E6-1C15-A442-A9A4-5A43B9A1A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75834-7276-D248-8C3F-E074C62EE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2971E-66D0-B94C-9560-11869D80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15782-4D5F-204A-8284-BF438F32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A2296-9969-C342-A7B3-C221E841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4E816-84AC-6649-B7A2-7AB43CE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1DCD0-0A95-F342-800A-F473D4E54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795D-2738-FB4E-9225-E4A944E6B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3628C-0DD4-E94D-8EC4-9FA3AE2697EB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50481-9CB1-7B41-BE88-554FEA44F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2FD2E-811B-4549-93F9-46AE965DB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1E9E3-02FD-B344-8D1E-FFBCE031E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8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5B24-E448-4037-94E6-CA4C446A9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0018"/>
            <a:ext cx="9144000" cy="1169435"/>
          </a:xfrm>
        </p:spPr>
        <p:txBody>
          <a:bodyPr>
            <a:normAutofit fontScale="90000"/>
          </a:bodyPr>
          <a:lstStyle/>
          <a:p>
            <a:r>
              <a:rPr lang="en-US" sz="5000" dirty="0"/>
              <a:t>SNP-GWAS/Haplotype-GWAS in Maize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97673-DA89-46C9-81A1-E3680451AC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Merritt Burch</a:t>
            </a:r>
          </a:p>
          <a:p>
            <a:r>
              <a:rPr lang="en-US" dirty="0"/>
              <a:t>Buckler Lab Presentation</a:t>
            </a:r>
          </a:p>
          <a:p>
            <a:r>
              <a:rPr lang="en-US" dirty="0"/>
              <a:t>2019-06-06</a:t>
            </a:r>
          </a:p>
        </p:txBody>
      </p:sp>
    </p:spTree>
    <p:extLst>
      <p:ext uri="{BB962C8B-B14F-4D97-AF65-F5344CB8AC3E}">
        <p14:creationId xmlns:p14="http://schemas.microsoft.com/office/powerpoint/2010/main" val="33971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83CC6-4175-4742-953B-4E38F44B3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" y="381000"/>
            <a:ext cx="10363200" cy="60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C5C41F-59B6-4F45-94C1-FCEDC7435F29}"/>
              </a:ext>
            </a:extLst>
          </p:cNvPr>
          <p:cNvSpPr txBox="1"/>
          <p:nvPr/>
        </p:nvSpPr>
        <p:spPr>
          <a:xfrm>
            <a:off x="8224430" y="1186388"/>
            <a:ext cx="2470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IBM, Ames, 282, NAM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0C24F-8CE0-E34F-921C-E40EF4001F62}"/>
              </a:ext>
            </a:extLst>
          </p:cNvPr>
          <p:cNvSpPr txBox="1"/>
          <p:nvPr/>
        </p:nvSpPr>
        <p:spPr>
          <a:xfrm>
            <a:off x="1120746" y="1555720"/>
            <a:ext cx="1797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err="1"/>
              <a:t>Panzea</a:t>
            </a:r>
            <a:r>
              <a:rPr lang="en-US" sz="1500" b="1" dirty="0"/>
              <a:t>/</a:t>
            </a:r>
            <a:r>
              <a:rPr lang="en-US" sz="1500" b="1" dirty="0" err="1"/>
              <a:t>Cyverse</a:t>
            </a:r>
            <a:endParaRPr lang="en-US"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A48D9-E7B4-094F-929A-1ACDE5AB8D3A}"/>
              </a:ext>
            </a:extLst>
          </p:cNvPr>
          <p:cNvSpPr txBox="1"/>
          <p:nvPr/>
        </p:nvSpPr>
        <p:spPr>
          <a:xfrm>
            <a:off x="8710652" y="6107668"/>
            <a:ext cx="2470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 results with past GWAS experiments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DF077-7495-E245-A317-211313C580AD}"/>
              </a:ext>
            </a:extLst>
          </p:cNvPr>
          <p:cNvSpPr txBox="1"/>
          <p:nvPr/>
        </p:nvSpPr>
        <p:spPr>
          <a:xfrm>
            <a:off x="174006" y="104001"/>
            <a:ext cx="69954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R-Shiny (or similar) based web-based GWAS tool</a:t>
            </a:r>
          </a:p>
        </p:txBody>
      </p:sp>
    </p:spTree>
    <p:extLst>
      <p:ext uri="{BB962C8B-B14F-4D97-AF65-F5344CB8AC3E}">
        <p14:creationId xmlns:p14="http://schemas.microsoft.com/office/powerpoint/2010/main" val="3860236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F465-CBB9-C047-AC0D-2C37A04C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81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Maize-GWAS mapping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D71F-CCDD-ED4D-A189-45CC8B1A9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4760"/>
            <a:ext cx="10515600" cy="5565226"/>
          </a:xfrm>
        </p:spPr>
        <p:txBody>
          <a:bodyPr>
            <a:normAutofit/>
          </a:bodyPr>
          <a:lstStyle/>
          <a:p>
            <a:r>
              <a:rPr lang="en-US" sz="2500" dirty="0"/>
              <a:t>R/Shiny (or similar) web-based mapping interface</a:t>
            </a:r>
          </a:p>
          <a:p>
            <a:r>
              <a:rPr lang="en-US" sz="2500" dirty="0"/>
              <a:t>Perform SNP-GWAS and test haplotype-GWAS using PHG</a:t>
            </a:r>
          </a:p>
          <a:p>
            <a:pPr lvl="1"/>
            <a:r>
              <a:rPr lang="en-US" sz="2100" dirty="0"/>
              <a:t>Collect phenotypes from past experiments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Hypotheses</a:t>
            </a:r>
          </a:p>
          <a:p>
            <a:pPr fontAlgn="base"/>
            <a:r>
              <a:rPr lang="en-US" sz="2500" dirty="0"/>
              <a:t>Haplotype GWAS will still produce similar significant loci/haplotypes associated with traits as compared to the 80M SNP-GWAS but:</a:t>
            </a:r>
          </a:p>
          <a:p>
            <a:pPr lvl="1" fontAlgn="base"/>
            <a:r>
              <a:rPr lang="en-US" sz="2500" dirty="0"/>
              <a:t>“New” haplotypes will be uncovered as being associated with complex phenotypes that previously in SNP-GWAS, were masked due to: surrounding SNP effects (synthetic associations, rare-alleles, </a:t>
            </a:r>
            <a:r>
              <a:rPr lang="en-US" sz="2500" dirty="0" err="1"/>
              <a:t>etc</a:t>
            </a:r>
            <a:r>
              <a:rPr lang="en-US" sz="2500" dirty="0"/>
              <a:t>) </a:t>
            </a:r>
          </a:p>
          <a:p>
            <a:pPr lvl="1" fontAlgn="base"/>
            <a:r>
              <a:rPr lang="en-US" sz="2500" dirty="0"/>
              <a:t>Significant haplotypes will be highly conserved as inferred by GERP</a:t>
            </a:r>
          </a:p>
          <a:p>
            <a:pPr lvl="1" fontAlgn="base"/>
            <a:r>
              <a:rPr lang="en-US" sz="2500" dirty="0"/>
              <a:t>Haplotypes will be associated with changes in expression as inferred from 282 expression data, NAM parents, and B73 data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00698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D48FB-E575-8A4C-A514-96AEC637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Collecting past phenotypes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802634-DB46-0246-8E68-E5C91BC0A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440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/>
              <a:t>QTL/GWAS data for IBM, NAM, 282, and Ames populations spanning 30+ years</a:t>
            </a:r>
          </a:p>
          <a:p>
            <a:r>
              <a:rPr lang="en-US" sz="2500" dirty="0"/>
              <a:t>Prior data collection efforts: </a:t>
            </a:r>
            <a:r>
              <a:rPr lang="en-US" sz="2500" dirty="0" err="1"/>
              <a:t>MaizeGDB</a:t>
            </a:r>
            <a:r>
              <a:rPr lang="en-US" sz="2500" dirty="0"/>
              <a:t>, Wallace 2014, Hung 2011, </a:t>
            </a:r>
            <a:r>
              <a:rPr lang="en-US" sz="2500" dirty="0" err="1"/>
              <a:t>Panzea</a:t>
            </a:r>
            <a:r>
              <a:rPr lang="en-US" sz="2500" dirty="0"/>
              <a:t>/</a:t>
            </a:r>
            <a:r>
              <a:rPr lang="en-US" sz="2500" dirty="0" err="1"/>
              <a:t>Cinta</a:t>
            </a:r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Currently have: 5481 individuals, ~&lt;60 phenotypes</a:t>
            </a:r>
          </a:p>
          <a:p>
            <a:r>
              <a:rPr lang="en-US" sz="2500" dirty="0" err="1"/>
              <a:t>Phenos</a:t>
            </a:r>
            <a:r>
              <a:rPr lang="en-US" sz="2500" dirty="0"/>
              <a:t>: flowering time, chlorophyll </a:t>
            </a:r>
            <a:r>
              <a:rPr lang="en-US" sz="2500" dirty="0" err="1"/>
              <a:t>a&amp;b</a:t>
            </a:r>
            <a:r>
              <a:rPr lang="en-US" sz="2500" dirty="0"/>
              <a:t>, leaf length, glucose, metabolites, total AA, total protein, disease resistance</a:t>
            </a:r>
          </a:p>
        </p:txBody>
      </p:sp>
    </p:spTree>
    <p:extLst>
      <p:ext uri="{BB962C8B-B14F-4D97-AF65-F5344CB8AC3E}">
        <p14:creationId xmlns:p14="http://schemas.microsoft.com/office/powerpoint/2010/main" val="164339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EE1F-AFE0-E147-9FFF-F0102C34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Ongoing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50EF-32C5-EB43-B57A-C835B8A02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/>
              <a:t>Should we collect data on other populations?</a:t>
            </a:r>
          </a:p>
          <a:p>
            <a:pPr lvl="1"/>
            <a:r>
              <a:rPr lang="en-US" dirty="0"/>
              <a:t>Landrace and teosinte common garden (n=4000 </a:t>
            </a:r>
            <a:r>
              <a:rPr lang="en-US" dirty="0" err="1"/>
              <a:t>teos</a:t>
            </a:r>
            <a:r>
              <a:rPr lang="en-US" dirty="0"/>
              <a:t>; n=4000 LRs)</a:t>
            </a:r>
          </a:p>
          <a:p>
            <a:pPr lvl="1"/>
            <a:r>
              <a:rPr lang="en-US" dirty="0" err="1"/>
              <a:t>Zea</a:t>
            </a:r>
            <a:r>
              <a:rPr lang="en-US" dirty="0"/>
              <a:t> synthetics &amp; DHs (n=1000s)</a:t>
            </a:r>
          </a:p>
          <a:p>
            <a:pPr lvl="1"/>
            <a:r>
              <a:rPr lang="en-US" dirty="0"/>
              <a:t>European and Chinese NAM (n=?)</a:t>
            </a:r>
          </a:p>
          <a:p>
            <a:pPr lvl="1"/>
            <a:r>
              <a:rPr lang="en-US" dirty="0"/>
              <a:t>Magic population, NAM and Ames hybrids, Genomes to Fields data?</a:t>
            </a:r>
          </a:p>
          <a:p>
            <a:pPr lvl="1"/>
            <a:endParaRPr lang="en-US" dirty="0"/>
          </a:p>
          <a:p>
            <a:r>
              <a:rPr lang="en-US" sz="2500" dirty="0"/>
              <a:t>How far back should we go?</a:t>
            </a:r>
          </a:p>
          <a:p>
            <a:pPr lvl="1"/>
            <a:r>
              <a:rPr lang="en-US" dirty="0"/>
              <a:t>IBM phenotypes date back to 1990’s</a:t>
            </a:r>
          </a:p>
        </p:txBody>
      </p:sp>
    </p:spTree>
    <p:extLst>
      <p:ext uri="{BB962C8B-B14F-4D97-AF65-F5344CB8AC3E}">
        <p14:creationId xmlns:p14="http://schemas.microsoft.com/office/powerpoint/2010/main" val="47786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287</Words>
  <Application>Microsoft Macintosh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SNP-GWAS/Haplotype-GWAS in Maize</vt:lpstr>
      <vt:lpstr>PowerPoint Presentation</vt:lpstr>
      <vt:lpstr>Maize-GWAS mapping tool</vt:lpstr>
      <vt:lpstr>Collecting past phenotypes</vt:lpstr>
      <vt:lpstr>Ongoing questions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SNP-GWAS/Haplotype-GWAS in Maize</dc:title>
  <dc:creator>Microsoft Office User</dc:creator>
  <cp:lastModifiedBy>Microsoft Office User</cp:lastModifiedBy>
  <cp:revision>5</cp:revision>
  <dcterms:created xsi:type="dcterms:W3CDTF">2019-06-06T13:09:10Z</dcterms:created>
  <dcterms:modified xsi:type="dcterms:W3CDTF">2019-06-06T13:45:58Z</dcterms:modified>
</cp:coreProperties>
</file>