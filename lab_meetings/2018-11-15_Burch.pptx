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0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7F98-E0F2-4E26-B712-774F2A867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69249C-ECD1-4F59-83CC-546065728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DC3E7-0385-4594-8043-5D16FA55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8940E-70D6-4342-9D3E-6B7D951B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02BCD-9934-46B5-8748-F65EBCE7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4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C740-C897-4F58-ABEC-1C30B0C4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6B0C7-A3A1-4609-88D0-5FDCFFD81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ED366-2405-4F66-9D88-D882F5BD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41B15-E082-41B5-8728-FC8D95F1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3830B-9ED1-4ECC-B914-5E37CDBC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84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B27E-B53A-4CC4-BC67-A3FB5606D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1D80B-107F-44B5-BFBC-155427E1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D662D-B990-4E66-BCB7-35692FB6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9DE3E-71D6-4E79-8046-D74B40F3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78151-A74F-4282-A841-C1E67309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8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191D-3729-4CEC-A3BF-0E728D72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E132-5D5A-42B7-993C-4757D944E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1E8EF-ABE4-4A48-AE3D-8D9A6BFD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14A32-3009-44A0-A2AA-58168D52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F12E6-0E67-44DE-8482-A04005C1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F8AAB-44B1-472D-8DA7-5B04CE66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03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1B1F-536C-4121-A118-FA1DCB3E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2C467-607F-48C9-8E23-6A3F5848A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7390C-9EB4-4E94-97B1-D3786AB6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B3B23-9224-44A8-80A8-3BEAFB1C0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67260-1B85-4159-8C60-21B92B935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D5929B-EC69-4147-AC55-90095614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80FB28-B2B7-46A1-9D03-25399506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B8F09-48A9-42E6-8BE9-83A1AFCD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9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9BE6-E3E8-4FF5-A006-442FF737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BC798-0B2C-4190-A22C-1D0BEAD3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AE73C-5C55-4EE6-B45F-529BEB0F8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19DD3-2035-4531-B521-9D7FC7E18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50C72-7EE6-4760-9C69-EADD4390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BA779-4711-4880-9DC2-1912DAAC2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30B63-770F-4E59-864A-AD5A0BB9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4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7D64F-84C3-4ADE-96C5-1EF9AB11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FC701-224D-465E-8188-5955CCEB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1ADAC-F4A3-4FD4-AE40-BC919A704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21E90-BB55-4F05-AEE4-5310C834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528A-6571-46A5-ADA4-A3CCAB76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260DF-9F4D-4644-ADEC-51A36FE2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20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6EDA-5AF0-4CFE-A7AD-3757813D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62442-6C42-4E60-BD6C-FC41BAEFE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A0830-7850-4D1F-85D3-036CD44EA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6EC42-3CA0-45B3-A698-0BF266F3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ACB14-C739-4217-9F06-C062EA24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9E362-F3FB-4C3C-94D7-323937BC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0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9B72-62DE-4436-9759-FD66723A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85C03-546E-43F0-94E4-E85063FC2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8614-8891-49EA-AAAF-205611E0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FDD40-F71F-4A19-ABA6-C509B095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DB729-9384-4485-9134-DB98587F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28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FEA14-7AEC-4F62-AD25-5662AFDA8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BD0AB-5FCA-463E-B654-ACC170BC5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2216D-CD5F-483C-AE14-98A2E9C1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E24D-4DB5-432B-9E05-831B6358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AB6B8-7B27-4F63-B0CC-11A71E66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9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1B721-04A2-44C9-8804-4AE69733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3A2DC-430F-4EDB-8EE1-5EADC3F3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7B3C-169D-4E48-9373-D98315F99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DC857-C192-46FD-8241-428CFC73B930}" type="datetimeFigureOut">
              <a:rPr lang="en-US" smtClean="0"/>
              <a:t>11/15/18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608DD-0B5C-43AC-B1DD-EAB65501A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9427F-189B-4C95-B879-33F458185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7BCD2-6164-4440-BD9B-E12D5F93F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5B24-E448-4037-94E6-CA4C446A9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2238"/>
            <a:ext cx="9144000" cy="1169435"/>
          </a:xfrm>
        </p:spPr>
        <p:txBody>
          <a:bodyPr>
            <a:normAutofit/>
          </a:bodyPr>
          <a:lstStyle/>
          <a:p>
            <a:r>
              <a:rPr lang="en-US" sz="3500" dirty="0"/>
              <a:t>Gender and Plant Breeding Symposium, PHG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97673-DA89-46C9-81A1-E3680451A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8089"/>
            <a:ext cx="9144000" cy="1655762"/>
          </a:xfrm>
        </p:spPr>
        <p:txBody>
          <a:bodyPr/>
          <a:lstStyle/>
          <a:p>
            <a:r>
              <a:rPr lang="en-US" dirty="0"/>
              <a:t>Merritt Burch</a:t>
            </a:r>
          </a:p>
          <a:p>
            <a:r>
              <a:rPr lang="en-US" dirty="0"/>
              <a:t>Buckler Lab Presentation</a:t>
            </a:r>
          </a:p>
          <a:p>
            <a:r>
              <a:rPr lang="en-US" dirty="0"/>
              <a:t>November 15, 2018</a:t>
            </a:r>
          </a:p>
        </p:txBody>
      </p:sp>
    </p:spTree>
    <p:extLst>
      <p:ext uri="{BB962C8B-B14F-4D97-AF65-F5344CB8AC3E}">
        <p14:creationId xmlns:p14="http://schemas.microsoft.com/office/powerpoint/2010/main" val="233669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2912-122D-4A7F-AF22-ADCADAE8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CGIAR Gender &amp; Breeding Initiative: Short Talks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C18CD-9853-4229-AC97-A2106AAD2E47}"/>
              </a:ext>
            </a:extLst>
          </p:cNvPr>
          <p:cNvSpPr txBox="1"/>
          <p:nvPr/>
        </p:nvSpPr>
        <p:spPr>
          <a:xfrm>
            <a:off x="838200" y="1690688"/>
            <a:ext cx="97611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Collaboration of breeders and gender researchers </a:t>
            </a:r>
            <a:r>
              <a:rPr lang="en-US" dirty="0">
                <a:sym typeface="Wingdings" panose="05000000000000000000" pitchFamily="2" charset="2"/>
              </a:rPr>
              <a:t> develop products to guide breeding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Collecting data on impact of gender responsive breeding (or failure to) to ag development and gender equity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Develop protocols and tools for gender inclusion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Creating breeding programs that are gender responsive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 </a:t>
            </a:r>
          </a:p>
          <a:p>
            <a:r>
              <a:rPr lang="en-US" dirty="0"/>
              <a:t>Alessandra </a:t>
            </a:r>
            <a:r>
              <a:rPr lang="en-US" dirty="0" err="1"/>
              <a:t>Galie</a:t>
            </a:r>
            <a:r>
              <a:rPr lang="en-US" dirty="0"/>
              <a:t> – 5% of all ag extension services and 10% of total ag aid go to women,  gender-blind intervention in Tanzania cattle, where to start breeding program that benefits all genders</a:t>
            </a:r>
          </a:p>
          <a:p>
            <a:endParaRPr lang="en-US" dirty="0"/>
          </a:p>
          <a:p>
            <a:r>
              <a:rPr lang="en-US" dirty="0"/>
              <a:t>Alastair Orr – Adoption rate for new vars. ~35% in SSA, why is adoption rate low? </a:t>
            </a:r>
            <a:r>
              <a:rPr lang="en-US" dirty="0">
                <a:sym typeface="Wingdings" panose="05000000000000000000" pitchFamily="2" charset="2"/>
              </a:rPr>
              <a:t> breeding for wrong traits? Survey of rating desired cassava traits, men (high yield, early maturing, stores well), women (easy to peel, other processing, non-toxic)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Graham Thiele – Targeted product profiles that consider gender in PB programs, advocacy for less gender blind intervention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4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2912-122D-4A7F-AF22-ADCADAE8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/>
              <a:t>PHG Ref-Ranges: Testing different intervals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FFF98B-9DEF-844D-A45B-7C99456FBD68}"/>
              </a:ext>
            </a:extLst>
          </p:cNvPr>
          <p:cNvCxnSpPr>
            <a:cxnSpLocks/>
          </p:cNvCxnSpPr>
          <p:nvPr/>
        </p:nvCxnSpPr>
        <p:spPr>
          <a:xfrm>
            <a:off x="1074057" y="3265714"/>
            <a:ext cx="9710057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2FC32E1-9B6E-5D45-9DAE-1E0FCF1ED098}"/>
              </a:ext>
            </a:extLst>
          </p:cNvPr>
          <p:cNvSpPr/>
          <p:nvPr/>
        </p:nvSpPr>
        <p:spPr>
          <a:xfrm>
            <a:off x="2032000" y="3048000"/>
            <a:ext cx="1611085" cy="420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64BD86-891F-FF4F-A94E-B49E57BBAD18}"/>
              </a:ext>
            </a:extLst>
          </p:cNvPr>
          <p:cNvSpPr/>
          <p:nvPr/>
        </p:nvSpPr>
        <p:spPr>
          <a:xfrm>
            <a:off x="8244114" y="3048000"/>
            <a:ext cx="1611085" cy="420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CF7F9-D37E-3743-839B-C6D0D20E5BE9}"/>
              </a:ext>
            </a:extLst>
          </p:cNvPr>
          <p:cNvSpPr/>
          <p:nvPr/>
        </p:nvSpPr>
        <p:spPr>
          <a:xfrm>
            <a:off x="5123542" y="3048000"/>
            <a:ext cx="1611085" cy="420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ED76BA-B5A4-E848-BD47-B77B943CE480}"/>
              </a:ext>
            </a:extLst>
          </p:cNvPr>
          <p:cNvSpPr txBox="1"/>
          <p:nvPr/>
        </p:nvSpPr>
        <p:spPr>
          <a:xfrm>
            <a:off x="2435733" y="3075355"/>
            <a:ext cx="803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Exon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39D2F-1FEA-7E42-B887-B55A90DC0181}"/>
              </a:ext>
            </a:extLst>
          </p:cNvPr>
          <p:cNvSpPr txBox="1"/>
          <p:nvPr/>
        </p:nvSpPr>
        <p:spPr>
          <a:xfrm>
            <a:off x="5527275" y="3078592"/>
            <a:ext cx="803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Exon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7E004-83E3-9C46-BE78-BE50DC6F5A9A}"/>
              </a:ext>
            </a:extLst>
          </p:cNvPr>
          <p:cNvSpPr txBox="1"/>
          <p:nvPr/>
        </p:nvSpPr>
        <p:spPr>
          <a:xfrm>
            <a:off x="8647847" y="3075355"/>
            <a:ext cx="803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Exon 3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F0FA1516-3BA1-8748-9ABA-E7E9579ECBEA}"/>
              </a:ext>
            </a:extLst>
          </p:cNvPr>
          <p:cNvSpPr/>
          <p:nvPr/>
        </p:nvSpPr>
        <p:spPr>
          <a:xfrm rot="10800000">
            <a:off x="1885523" y="3483429"/>
            <a:ext cx="292953" cy="66765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B7B41A9A-E65F-334F-B36F-2114F626E1D0}"/>
              </a:ext>
            </a:extLst>
          </p:cNvPr>
          <p:cNvSpPr/>
          <p:nvPr/>
        </p:nvSpPr>
        <p:spPr>
          <a:xfrm rot="10800000">
            <a:off x="9708722" y="3483430"/>
            <a:ext cx="292953" cy="66765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88171B-4B73-C446-9E60-F86D05E98EF1}"/>
              </a:ext>
            </a:extLst>
          </p:cNvPr>
          <p:cNvSpPr txBox="1"/>
          <p:nvPr/>
        </p:nvSpPr>
        <p:spPr>
          <a:xfrm>
            <a:off x="1329338" y="4144057"/>
            <a:ext cx="1405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Transcription</a:t>
            </a:r>
          </a:p>
          <a:p>
            <a:pPr algn="ctr"/>
            <a:r>
              <a:rPr lang="en-US" dirty="0"/>
              <a:t>Initiation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4B4A63-DC8C-1145-BBE3-447818741A1E}"/>
              </a:ext>
            </a:extLst>
          </p:cNvPr>
          <p:cNvSpPr txBox="1"/>
          <p:nvPr/>
        </p:nvSpPr>
        <p:spPr>
          <a:xfrm>
            <a:off x="9152537" y="4144056"/>
            <a:ext cx="1405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Transcription</a:t>
            </a:r>
          </a:p>
          <a:p>
            <a:pPr algn="ctr"/>
            <a:r>
              <a:rPr lang="en-US" dirty="0"/>
              <a:t>Termination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D69F7C44-F419-F74A-8B39-68BB5BA482BB}"/>
              </a:ext>
            </a:extLst>
          </p:cNvPr>
          <p:cNvSpPr/>
          <p:nvPr/>
        </p:nvSpPr>
        <p:spPr>
          <a:xfrm rot="10800000">
            <a:off x="3102151" y="3476399"/>
            <a:ext cx="283675" cy="464458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556328E-2B70-FE48-AD40-9B2C10C73A38}"/>
              </a:ext>
            </a:extLst>
          </p:cNvPr>
          <p:cNvSpPr/>
          <p:nvPr/>
        </p:nvSpPr>
        <p:spPr>
          <a:xfrm rot="10800000">
            <a:off x="8534399" y="3483430"/>
            <a:ext cx="283675" cy="464458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0D79BE-54F4-A24A-8263-CCF36CE8254E}"/>
              </a:ext>
            </a:extLst>
          </p:cNvPr>
          <p:cNvSpPr txBox="1"/>
          <p:nvPr/>
        </p:nvSpPr>
        <p:spPr>
          <a:xfrm>
            <a:off x="2713532" y="3906137"/>
            <a:ext cx="105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ATG Start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5CA04-F403-9949-8ECF-77873C5729E9}"/>
              </a:ext>
            </a:extLst>
          </p:cNvPr>
          <p:cNvSpPr txBox="1"/>
          <p:nvPr/>
        </p:nvSpPr>
        <p:spPr>
          <a:xfrm>
            <a:off x="8064060" y="3875319"/>
            <a:ext cx="1215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Translation</a:t>
            </a:r>
          </a:p>
          <a:p>
            <a:pPr algn="ctr"/>
            <a:r>
              <a:rPr lang="en-US" dirty="0"/>
              <a:t>Stop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4BD54B-EDD4-BF4E-838F-96F814F33033}"/>
              </a:ext>
            </a:extLst>
          </p:cNvPr>
          <p:cNvSpPr txBox="1"/>
          <p:nvPr/>
        </p:nvSpPr>
        <p:spPr>
          <a:xfrm>
            <a:off x="675550" y="4669752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5’ UTR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D7019A-BA81-5148-A6D9-1EB68B813D75}"/>
              </a:ext>
            </a:extLst>
          </p:cNvPr>
          <p:cNvSpPr txBox="1"/>
          <p:nvPr/>
        </p:nvSpPr>
        <p:spPr>
          <a:xfrm>
            <a:off x="10393382" y="4690625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3’ UTR</a:t>
            </a:r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81C76D02-9154-3D46-8C7D-BFE0C6D5861A}"/>
              </a:ext>
            </a:extLst>
          </p:cNvPr>
          <p:cNvSpPr/>
          <p:nvPr/>
        </p:nvSpPr>
        <p:spPr>
          <a:xfrm rot="10800000">
            <a:off x="917825" y="3335775"/>
            <a:ext cx="308580" cy="13114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2BA8F50F-958E-C945-B778-5FE6C34FBB0F}"/>
              </a:ext>
            </a:extLst>
          </p:cNvPr>
          <p:cNvSpPr/>
          <p:nvPr/>
        </p:nvSpPr>
        <p:spPr>
          <a:xfrm rot="10800000">
            <a:off x="10629786" y="3335775"/>
            <a:ext cx="308580" cy="13114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17A97B99-E9BA-B945-8E33-8272FBD5DB68}"/>
              </a:ext>
            </a:extLst>
          </p:cNvPr>
          <p:cNvSpPr/>
          <p:nvPr/>
        </p:nvSpPr>
        <p:spPr>
          <a:xfrm>
            <a:off x="1885523" y="2351316"/>
            <a:ext cx="292953" cy="667657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FEC888E9-FE67-5D43-A5A5-35FAA38ABD26}"/>
              </a:ext>
            </a:extLst>
          </p:cNvPr>
          <p:cNvSpPr/>
          <p:nvPr/>
        </p:nvSpPr>
        <p:spPr>
          <a:xfrm>
            <a:off x="9677112" y="2351992"/>
            <a:ext cx="292953" cy="667657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664A816F-D288-8E4D-8FB6-646DCFF346E0}"/>
              </a:ext>
            </a:extLst>
          </p:cNvPr>
          <p:cNvSpPr/>
          <p:nvPr/>
        </p:nvSpPr>
        <p:spPr>
          <a:xfrm>
            <a:off x="8132631" y="2351314"/>
            <a:ext cx="292953" cy="667657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6A61D7FB-B863-FF47-ADF2-987E761413DC}"/>
              </a:ext>
            </a:extLst>
          </p:cNvPr>
          <p:cNvSpPr/>
          <p:nvPr/>
        </p:nvSpPr>
        <p:spPr>
          <a:xfrm>
            <a:off x="6588150" y="2337479"/>
            <a:ext cx="292953" cy="667657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C34E83B1-40F0-E84E-98AA-794C78C8C7D3}"/>
              </a:ext>
            </a:extLst>
          </p:cNvPr>
          <p:cNvSpPr/>
          <p:nvPr/>
        </p:nvSpPr>
        <p:spPr>
          <a:xfrm>
            <a:off x="4977065" y="2351315"/>
            <a:ext cx="292953" cy="667657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3240AA0B-B203-A845-80E3-000EB3DABA53}"/>
              </a:ext>
            </a:extLst>
          </p:cNvPr>
          <p:cNvSpPr/>
          <p:nvPr/>
        </p:nvSpPr>
        <p:spPr>
          <a:xfrm>
            <a:off x="3472214" y="2353716"/>
            <a:ext cx="292953" cy="667657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D0525A-BF71-8545-8007-6153E2150421}"/>
              </a:ext>
            </a:extLst>
          </p:cNvPr>
          <p:cNvSpPr txBox="1"/>
          <p:nvPr/>
        </p:nvSpPr>
        <p:spPr>
          <a:xfrm>
            <a:off x="675550" y="5871259"/>
            <a:ext cx="6766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Align assemblies to new versions of ref-ranges</a:t>
            </a:r>
          </a:p>
          <a:p>
            <a:r>
              <a:rPr lang="en-US" dirty="0"/>
              <a:t>Ref-range version with largest number of alignments </a:t>
            </a:r>
            <a:r>
              <a:rPr lang="en-US" dirty="0">
                <a:sym typeface="Wingdings" pitchFamily="2" charset="2"/>
              </a:rPr>
              <a:t> better 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43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2912-122D-4A7F-AF22-ADCADAE8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4030 Class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C18CD-9853-4229-AC97-A2106AAD2E47}"/>
              </a:ext>
            </a:extLst>
          </p:cNvPr>
          <p:cNvSpPr txBox="1"/>
          <p:nvPr/>
        </p:nvSpPr>
        <p:spPr>
          <a:xfrm>
            <a:off x="838200" y="1801354"/>
            <a:ext cx="97611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Make a video highlighting one or more specific examples of plant breeding projects and/or research that will recruit young people to pursue plant breeding as a career.</a:t>
            </a:r>
          </a:p>
          <a:p>
            <a:endParaRPr lang="en-US" b="1" dirty="0"/>
          </a:p>
          <a:p>
            <a:r>
              <a:rPr lang="en-US" dirty="0"/>
              <a:t>~3-5 minutes</a:t>
            </a:r>
          </a:p>
          <a:p>
            <a:endParaRPr lang="en-US" dirty="0"/>
          </a:p>
          <a:p>
            <a:r>
              <a:rPr lang="en-US" dirty="0"/>
              <a:t>Short interview questions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Cheesy limerick/poem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you chose plant breeding/genetics as a career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your research project?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you enjoy this field of study</a:t>
            </a:r>
          </a:p>
        </p:txBody>
      </p:sp>
    </p:spTree>
    <p:extLst>
      <p:ext uri="{BB962C8B-B14F-4D97-AF65-F5344CB8AC3E}">
        <p14:creationId xmlns:p14="http://schemas.microsoft.com/office/powerpoint/2010/main" val="2804069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293</Words>
  <Application>Microsoft Macintosh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Gender and Plant Breeding Symposium, PHG Updates</vt:lpstr>
      <vt:lpstr>CGIAR Gender &amp; Breeding Initiative: Short Talks</vt:lpstr>
      <vt:lpstr>PHG Ref-Ranges: Testing different intervals</vt:lpstr>
      <vt:lpstr>4030 Class Project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Gender and Plant Breeding Symposium: Closing the gap between genes and gender in plant breeding</dc:title>
  <dc:creator>Merritt Burch</dc:creator>
  <cp:lastModifiedBy>Merritt</cp:lastModifiedBy>
  <cp:revision>14</cp:revision>
  <dcterms:created xsi:type="dcterms:W3CDTF">2018-11-15T03:52:25Z</dcterms:created>
  <dcterms:modified xsi:type="dcterms:W3CDTF">2018-11-15T14:54:07Z</dcterms:modified>
</cp:coreProperties>
</file>