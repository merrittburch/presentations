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54eda09429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54eda09429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46881ac5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46881ac5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54eda094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54eda094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4eda0942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4eda0942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NAS Sketch: http://www.nasonline.org/publications/biographical-memoirs/memoir-pdfs/mangelsdorf-paul.pdf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Lab Presentation </a:t>
            </a:r>
            <a:endParaRPr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2019-03-21</a:t>
            </a:r>
            <a:endParaRPr sz="36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Merritt Burch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Python words (to me)! → “Magic Numbers”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02175"/>
            <a:ext cx="3656050" cy="26228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3967750" y="2872150"/>
            <a:ext cx="5235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}</a:t>
            </a:r>
            <a:endParaRPr sz="4800"/>
          </a:p>
        </p:txBody>
      </p:sp>
      <p:sp>
        <p:nvSpPr>
          <p:cNvPr id="63" name="Google Shape;63;p14"/>
          <p:cNvSpPr txBox="1"/>
          <p:nvPr/>
        </p:nvSpPr>
        <p:spPr>
          <a:xfrm>
            <a:off x="4491250" y="1739903"/>
            <a:ext cx="45720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“Magic numbers”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Unique values with unexplained meaning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“R</a:t>
            </a:r>
            <a:r>
              <a:rPr lang="en" sz="1800"/>
              <a:t>eferred to as breaking one of the oldest rules of programming, dating back to the COBOL, FORTRAN and PL/1 manuals of the 1960s.”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New Python words/ideas (to me)! → Recursion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00" y="1093500"/>
            <a:ext cx="5118450" cy="34600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5232550" y="1257625"/>
            <a:ext cx="664200" cy="13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}</a:t>
            </a:r>
            <a:endParaRPr sz="9600"/>
          </a:p>
        </p:txBody>
      </p:sp>
      <p:sp>
        <p:nvSpPr>
          <p:cNvPr id="71" name="Google Shape;71;p15"/>
          <p:cNvSpPr txBox="1"/>
          <p:nvPr/>
        </p:nvSpPr>
        <p:spPr>
          <a:xfrm>
            <a:off x="5932475" y="1916400"/>
            <a:ext cx="1267200" cy="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Docstring</a:t>
            </a:r>
            <a:endParaRPr sz="1800"/>
          </a:p>
        </p:txBody>
      </p:sp>
      <p:sp>
        <p:nvSpPr>
          <p:cNvPr id="72" name="Google Shape;72;p15"/>
          <p:cNvSpPr/>
          <p:nvPr/>
        </p:nvSpPr>
        <p:spPr>
          <a:xfrm>
            <a:off x="2184400" y="3214275"/>
            <a:ext cx="3279000" cy="2217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5490125" y="3002700"/>
            <a:ext cx="3589500" cy="6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Base-case → (if written well) saves computer from my wrath</a:t>
            </a:r>
            <a:endParaRPr sz="1800"/>
          </a:p>
        </p:txBody>
      </p:sp>
      <p:sp>
        <p:nvSpPr>
          <p:cNvPr id="74" name="Google Shape;74;p15"/>
          <p:cNvSpPr txBox="1"/>
          <p:nvPr/>
        </p:nvSpPr>
        <p:spPr>
          <a:xfrm>
            <a:off x="5232550" y="3552850"/>
            <a:ext cx="417600" cy="8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}</a:t>
            </a:r>
            <a:endParaRPr sz="4800"/>
          </a:p>
        </p:txBody>
      </p:sp>
      <p:sp>
        <p:nvSpPr>
          <p:cNvPr id="75" name="Google Shape;75;p15"/>
          <p:cNvSpPr txBox="1"/>
          <p:nvPr/>
        </p:nvSpPr>
        <p:spPr>
          <a:xfrm>
            <a:off x="5553300" y="3701400"/>
            <a:ext cx="3526200" cy="13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Recursive case → count number of instances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Simple and complex case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“Divide and </a:t>
            </a:r>
            <a:r>
              <a:rPr lang="en" sz="1800"/>
              <a:t>conquer</a:t>
            </a:r>
            <a:r>
              <a:rPr lang="en" sz="1800"/>
              <a:t>” </a:t>
            </a:r>
            <a:endParaRPr sz="1800"/>
          </a:p>
        </p:txBody>
      </p:sp>
      <p:sp>
        <p:nvSpPr>
          <p:cNvPr id="76" name="Google Shape;76;p15"/>
          <p:cNvSpPr txBox="1"/>
          <p:nvPr/>
        </p:nvSpPr>
        <p:spPr>
          <a:xfrm>
            <a:off x="5232550" y="788700"/>
            <a:ext cx="41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}</a:t>
            </a:r>
            <a:endParaRPr sz="3000"/>
          </a:p>
        </p:txBody>
      </p:sp>
      <p:sp>
        <p:nvSpPr>
          <p:cNvPr id="77" name="Google Shape;77;p15"/>
          <p:cNvSpPr txBox="1"/>
          <p:nvPr/>
        </p:nvSpPr>
        <p:spPr>
          <a:xfrm>
            <a:off x="5490125" y="947100"/>
            <a:ext cx="21519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Function definition</a:t>
            </a:r>
            <a:endParaRPr sz="1800"/>
          </a:p>
        </p:txBody>
      </p:sp>
      <p:sp>
        <p:nvSpPr>
          <p:cNvPr id="78" name="Google Shape;78;p15"/>
          <p:cNvSpPr txBox="1"/>
          <p:nvPr/>
        </p:nvSpPr>
        <p:spPr>
          <a:xfrm>
            <a:off x="114100" y="4599675"/>
            <a:ext cx="12672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 </a:t>
            </a:r>
            <a:r>
              <a:rPr i="1" lang="en">
                <a:solidFill>
                  <a:srgbClr val="0000FF"/>
                </a:solidFill>
              </a:rPr>
              <a:t>list</a:t>
            </a:r>
            <a:r>
              <a:rPr lang="en">
                <a:solidFill>
                  <a:srgbClr val="0000FF"/>
                </a:solidFill>
              </a:rPr>
              <a:t>.count</a:t>
            </a:r>
            <a:r>
              <a:rPr lang="en"/>
              <a:t>()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Liberty Hyde Bailey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52475"/>
            <a:ext cx="778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BS from Michigan State University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Developed and grew the field of horticulture and taxonomy; coined “cultivar”, “cultigen”, and “indigen”; rediscovered Mendel’s work in 1865 and 1869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Harvard, Founded Department of Horticulture and Landscape Gardening at MSU, Cornell University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1900 Member of AAAS, 1917 elected into National Academy of Sciences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Fun Fact: Published articles and book spanning over 81 years in all fields for almost every audience!</a:t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5524" y="136850"/>
            <a:ext cx="1356775" cy="193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 flipH="1" rot="-5400000">
            <a:off x="7905000" y="927300"/>
            <a:ext cx="22104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https://en.wikipedia.org/wiki/Liberty_Hyde_Bailey</a:t>
            </a:r>
            <a:endParaRPr sz="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 C. Mangelsdorf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ScD from Harvard University (advisor Edward East)</a:t>
            </a:r>
            <a:endParaRPr u="sng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With Reeves worked on the Tripartite Theory origin of maize, developed cytoplasmic male sterility and “restorer” genes for hybrid industry, characterization of </a:t>
            </a:r>
            <a:r>
              <a:rPr i="1" lang="en"/>
              <a:t>yellow1 </a:t>
            </a:r>
            <a:r>
              <a:rPr lang="en"/>
              <a:t>locus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Harvard University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1945 elected member of the National Academy of Sciences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“Applied” to Harvard by translating paragraph to/from French and German. East’s response; two foreign languages were hardly enough for a graduate student, as science was becoming quite international. Nevertheless, East allowed Mangelsdorf to enroll.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5975" y="37275"/>
            <a:ext cx="1371700" cy="159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