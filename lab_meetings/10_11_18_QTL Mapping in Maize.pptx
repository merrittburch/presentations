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93AF4-46E2-48CD-BEC7-3757F01A7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D1E9C-0B50-4DB5-827A-563812750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8C65D-3D22-47BF-B7C7-9B9E38F27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089-0842-4C63-B4C6-5D5639A2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AECB0-CBE8-4C4E-8E31-7FDFCFDE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58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87EB5-2FFA-4184-91FE-886DEC6D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8188-0457-4A44-BFEB-C9CD3F50A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612F9-855E-48D2-AE76-3A4E11BDB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81DCC-A8DB-435B-8A1E-D57F058BA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18DBC-6533-4531-A7CD-25EDA9761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8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1A49-CDF7-414E-9772-084CA029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008F6-9A65-417F-B7A9-33ED7BF5D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2CF26-BDC4-47DC-8006-6F0FFA0F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C89E1-0596-4BF6-8A5F-5442392E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E724E-57D9-4CA4-8C45-B04A3883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7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65FA-CD4B-45B1-80F3-32485FCD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5CEE4-209C-497D-A767-8C66E9F30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E6AF4-8FB7-4301-A31A-83566403A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4CDC8-BAD4-4FD1-B2B6-1A07F458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D7898-FFB7-4053-BD27-0509D7B1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3D86-0C1F-4D37-B13E-3E9FD845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9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3D2A-078B-4F10-947A-F5439635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2F021-347F-4B4D-A4E7-FB83F2E4A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6A464-21CD-496C-9054-B19345AB8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89959-F427-4332-956E-823040234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F015-07B6-4AFC-B982-425BB6D93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6AA2A-B421-401C-92FF-D2C82B15D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8817C-42E4-4C59-9C28-42403652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0F746-EB00-4580-B30E-B584A19A3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1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5FE4-0266-4C54-8680-A1B20E82B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8F651-47F9-4F51-B306-46DCDA6F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24910-4F77-4A94-AB50-D946E31C9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4567A-B679-4500-AF01-F13F1722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9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49245-CF2B-4A9A-A762-605A35B4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C807C-D260-4E8D-B79A-224459AB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FCB32-5CDE-4A04-968E-9DD49777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5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937A-112E-41FE-9A88-591301856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4F25F-3B63-43C1-B049-21274644E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D8D6A-6115-4274-9E4C-3EF1C6FB5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5F1F0-6672-4C6C-8CCE-976D7C00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46968-1819-4E76-8556-D6AEC636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EE888-39A5-44C4-8069-7C164CAE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6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E3FBB-BD1A-4BF3-BA12-383AF764C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BF166-2804-411D-B9A2-8B74753A5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035AE-3FFA-44C8-84F7-B9087A95E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BB0BD-89CB-4514-8A78-2EF9180C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80A15-128C-4F66-A4A2-F55C54381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811F9-8254-4365-B6DF-6892BD3A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26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D0B3-1D9A-4467-98D8-C8D057C1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CB500-ACE1-441B-B119-55D926FA3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0A4CC-9545-4938-B5CB-6AF290EE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109C4-B7F3-4C22-998E-38ABE272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31BBA-2656-4044-8923-8216745D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45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BCEA19-8405-42C5-8D59-3122C8B960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3AA55-2D6B-4472-8204-576B7969F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82AB6-99B9-4FA8-B9F2-7EF8DA33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71315-2BF0-41DB-9AE2-FADE6B9BB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08F87-BCC1-4C0D-BB18-51431F14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4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624B8-8327-4A9A-A588-4ED4D8CE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9036D-97A2-4D04-8EF4-F7E09D892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4B9CA-6A49-495F-A3E2-CF602888D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7B4AE-2288-470C-ACF8-195CB2230C6D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49531-BFC8-423D-82A7-AEE5B7B7C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F4AB5-F891-4849-A9D1-9AA884DA2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04F3A-4B3A-4C00-9A32-D367135B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8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5B24-E448-4037-94E6-CA4C446A9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0018"/>
            <a:ext cx="9144000" cy="1169435"/>
          </a:xfrm>
        </p:spPr>
        <p:txBody>
          <a:bodyPr>
            <a:normAutofit/>
          </a:bodyPr>
          <a:lstStyle/>
          <a:p>
            <a:r>
              <a:rPr lang="en-US" sz="5000" dirty="0"/>
              <a:t>QTL Mapping in Maize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97673-DA89-46C9-81A1-E3680451AC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Merritt Burch</a:t>
            </a:r>
          </a:p>
          <a:p>
            <a:r>
              <a:rPr lang="en-US" dirty="0"/>
              <a:t>Buckler Lab Presentation</a:t>
            </a:r>
          </a:p>
          <a:p>
            <a:r>
              <a:rPr lang="en-US" dirty="0"/>
              <a:t>October 10, 2018</a:t>
            </a:r>
          </a:p>
        </p:txBody>
      </p:sp>
    </p:spTree>
    <p:extLst>
      <p:ext uri="{BB962C8B-B14F-4D97-AF65-F5344CB8AC3E}">
        <p14:creationId xmlns:p14="http://schemas.microsoft.com/office/powerpoint/2010/main" val="233669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EFD6E-F75A-4F89-B23F-6F8072268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" y="381000"/>
            <a:ext cx="107537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31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4655-CF74-46BE-A878-194C4F203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330" y="0"/>
            <a:ext cx="5075339" cy="1325563"/>
          </a:xfrm>
        </p:spPr>
        <p:txBody>
          <a:bodyPr>
            <a:normAutofit/>
          </a:bodyPr>
          <a:lstStyle/>
          <a:p>
            <a:r>
              <a:rPr lang="en-US" sz="3000" dirty="0"/>
              <a:t>Existing QTL Mapping Software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02C48D-6F5B-4307-809B-CB32850E4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363011"/>
              </p:ext>
            </p:extLst>
          </p:nvPr>
        </p:nvGraphicFramePr>
        <p:xfrm>
          <a:off x="3047999" y="2240280"/>
          <a:ext cx="6096000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767696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78255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5104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Name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OS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Last Update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270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ICI Mapping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Windows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2013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84171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PLABMQTL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43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MapQTL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366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QTL Cartographer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894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QTL/QTL2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Feb 2018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791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586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DD8B56-F0B3-49F8-9B61-4F6708D3E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032" y="2449519"/>
            <a:ext cx="2162477" cy="1714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BCE718-0DBF-4C31-B5E8-1AF39F2E6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55" y="2449519"/>
            <a:ext cx="1247949" cy="1752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A1DC8C-3F1E-4CAF-978C-B12E3765AA0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98"/>
          <a:stretch/>
        </p:blipFill>
        <p:spPr>
          <a:xfrm>
            <a:off x="6217933" y="2350633"/>
            <a:ext cx="895475" cy="22622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AAF34C-E632-4390-9CDF-7CF0A1F906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748" y="2449519"/>
            <a:ext cx="3143689" cy="19338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AE4CF9-1C13-4858-B919-373882AFD695}"/>
              </a:ext>
            </a:extLst>
          </p:cNvPr>
          <p:cNvSpPr txBox="1"/>
          <p:nvPr/>
        </p:nvSpPr>
        <p:spPr>
          <a:xfrm>
            <a:off x="323932" y="1832708"/>
            <a:ext cx="1897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# markers per chromosome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6032E3-AF4F-4242-8808-24F31F001135}"/>
              </a:ext>
            </a:extLst>
          </p:cNvPr>
          <p:cNvSpPr txBox="1"/>
          <p:nvPr/>
        </p:nvSpPr>
        <p:spPr>
          <a:xfrm>
            <a:off x="2601811" y="1832708"/>
            <a:ext cx="2784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Reduced marker names for each chromosome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D28935-AB14-4273-A121-F07B09FF5CC9}"/>
              </a:ext>
            </a:extLst>
          </p:cNvPr>
          <p:cNvSpPr txBox="1"/>
          <p:nvPr/>
        </p:nvSpPr>
        <p:spPr>
          <a:xfrm>
            <a:off x="5716673" y="1733822"/>
            <a:ext cx="1897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Distances between markers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5A3A9A-2680-42AB-B6F8-860EEE100B87}"/>
              </a:ext>
            </a:extLst>
          </p:cNvPr>
          <p:cNvSpPr txBox="1"/>
          <p:nvPr/>
        </p:nvSpPr>
        <p:spPr>
          <a:xfrm>
            <a:off x="8470768" y="1832708"/>
            <a:ext cx="2783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RIL IDs, genotypes, phenotypes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E85DD71-DFF3-494E-8725-6BAFEDC3854F}"/>
              </a:ext>
            </a:extLst>
          </p:cNvPr>
          <p:cNvSpPr txBox="1">
            <a:spLocks/>
          </p:cNvSpPr>
          <p:nvPr/>
        </p:nvSpPr>
        <p:spPr>
          <a:xfrm>
            <a:off x="4524154" y="247086"/>
            <a:ext cx="3143689" cy="6589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QTL Cartographer</a:t>
            </a:r>
          </a:p>
        </p:txBody>
      </p:sp>
    </p:spTree>
    <p:extLst>
      <p:ext uri="{BB962C8B-B14F-4D97-AF65-F5344CB8AC3E}">
        <p14:creationId xmlns:p14="http://schemas.microsoft.com/office/powerpoint/2010/main" val="5451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qtl cartographer">
            <a:extLst>
              <a:ext uri="{FF2B5EF4-FFF2-40B4-BE49-F238E27FC236}">
                <a16:creationId xmlns:a16="http://schemas.microsoft.com/office/drawing/2014/main" id="{E55B7970-793F-4B58-9A85-87C363377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33" y="1105636"/>
            <a:ext cx="6505177" cy="524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0C9CB22-E13E-4245-BD77-F66DABE26834}"/>
              </a:ext>
            </a:extLst>
          </p:cNvPr>
          <p:cNvSpPr txBox="1">
            <a:spLocks/>
          </p:cNvSpPr>
          <p:nvPr/>
        </p:nvSpPr>
        <p:spPr>
          <a:xfrm>
            <a:off x="4524154" y="247086"/>
            <a:ext cx="3143689" cy="6589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QTL Cartographer</a:t>
            </a:r>
          </a:p>
        </p:txBody>
      </p:sp>
      <p:pic>
        <p:nvPicPr>
          <p:cNvPr id="5" name="Picture 4" descr="Image result for qtl cartographer">
            <a:extLst>
              <a:ext uri="{FF2B5EF4-FFF2-40B4-BE49-F238E27FC236}">
                <a16:creationId xmlns:a16="http://schemas.microsoft.com/office/drawing/2014/main" id="{AA1F3D3A-E169-4536-BAB4-F4EABF12D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183" y="1105636"/>
            <a:ext cx="3677253" cy="24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6E5985-3C02-43A4-AA97-32C7851E4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694" y="4030373"/>
            <a:ext cx="3902232" cy="231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4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A40A6A-5AD3-4E22-9561-5833FA38D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238" y="1741601"/>
            <a:ext cx="6379524" cy="37774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9AEE8B-C8FC-472B-9FF1-D6634F4AB5AE}"/>
              </a:ext>
            </a:extLst>
          </p:cNvPr>
          <p:cNvSpPr txBox="1">
            <a:spLocks/>
          </p:cNvSpPr>
          <p:nvPr/>
        </p:nvSpPr>
        <p:spPr>
          <a:xfrm>
            <a:off x="5111538" y="272253"/>
            <a:ext cx="1968924" cy="6589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R/</a:t>
            </a:r>
            <a:r>
              <a:rPr lang="en-US" sz="3000" dirty="0" err="1"/>
              <a:t>qtl</a:t>
            </a:r>
            <a:r>
              <a:rPr lang="en-US" sz="3000" dirty="0"/>
              <a:t> + qtl2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3C42F8-99E4-4230-B606-6A71DB0A9666}"/>
              </a:ext>
            </a:extLst>
          </p:cNvPr>
          <p:cNvSpPr txBox="1"/>
          <p:nvPr/>
        </p:nvSpPr>
        <p:spPr>
          <a:xfrm>
            <a:off x="4432116" y="1207138"/>
            <a:ext cx="332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input for R/</a:t>
            </a:r>
            <a:r>
              <a:rPr lang="en-US" dirty="0" err="1"/>
              <a:t>qtl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86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Image result for r qtl">
            <a:extLst>
              <a:ext uri="{FF2B5EF4-FFF2-40B4-BE49-F238E27FC236}">
                <a16:creationId xmlns:a16="http://schemas.microsoft.com/office/drawing/2014/main" id="{87C80857-0FDF-48EA-B7B9-D2976E921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600" y="278934"/>
            <a:ext cx="6793059" cy="6300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AAC7593-5619-49B3-8C57-31B5748F98E8}"/>
              </a:ext>
            </a:extLst>
          </p:cNvPr>
          <p:cNvSpPr txBox="1">
            <a:spLocks/>
          </p:cNvSpPr>
          <p:nvPr/>
        </p:nvSpPr>
        <p:spPr>
          <a:xfrm>
            <a:off x="975766" y="297809"/>
            <a:ext cx="1968924" cy="6589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R/</a:t>
            </a:r>
            <a:r>
              <a:rPr lang="en-US" sz="3000" dirty="0" err="1"/>
              <a:t>qtl</a:t>
            </a:r>
            <a:r>
              <a:rPr lang="en-US" sz="3000" dirty="0"/>
              <a:t> + qtl2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3B3B7-1C5F-490D-93A9-159930A14EF0}"/>
              </a:ext>
            </a:extLst>
          </p:cNvPr>
          <p:cNvSpPr txBox="1"/>
          <p:nvPr/>
        </p:nvSpPr>
        <p:spPr>
          <a:xfrm>
            <a:off x="631903" y="1584643"/>
            <a:ext cx="33277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output for R/</a:t>
            </a:r>
            <a:r>
              <a:rPr lang="en-US" dirty="0" err="1"/>
              <a:t>qtl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 extensive data formatting (error prone)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runtimes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Knowledge of running jobs on HPCs for permutation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Intermediate file sizes large</a:t>
            </a:r>
          </a:p>
        </p:txBody>
      </p:sp>
    </p:spTree>
    <p:extLst>
      <p:ext uri="{BB962C8B-B14F-4D97-AF65-F5344CB8AC3E}">
        <p14:creationId xmlns:p14="http://schemas.microsoft.com/office/powerpoint/2010/main" val="2244764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83CC6-4175-4742-953B-4E38F44B3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3" y="381000"/>
            <a:ext cx="10363200" cy="60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C5C41F-59B6-4F45-94C1-FCEDC7435F29}"/>
              </a:ext>
            </a:extLst>
          </p:cNvPr>
          <p:cNvSpPr txBox="1"/>
          <p:nvPr/>
        </p:nvSpPr>
        <p:spPr>
          <a:xfrm>
            <a:off x="9034943" y="302004"/>
            <a:ext cx="1745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IBM 94/302</a:t>
            </a:r>
          </a:p>
          <a:p>
            <a:pPr algn="ctr"/>
            <a:r>
              <a:rPr lang="en-US" dirty="0"/>
              <a:t>Ames</a:t>
            </a:r>
          </a:p>
          <a:p>
            <a:pPr algn="ctr"/>
            <a:r>
              <a:rPr lang="en-US" dirty="0"/>
              <a:t>282 Assoc. Panel</a:t>
            </a:r>
          </a:p>
          <a:p>
            <a:pPr algn="ctr"/>
            <a:r>
              <a:rPr lang="en-US" dirty="0"/>
              <a:t>NAM</a:t>
            </a:r>
          </a:p>
        </p:txBody>
      </p:sp>
    </p:spTree>
    <p:extLst>
      <p:ext uri="{BB962C8B-B14F-4D97-AF65-F5344CB8AC3E}">
        <p14:creationId xmlns:p14="http://schemas.microsoft.com/office/powerpoint/2010/main" val="3570007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g3journal.org/content/ggg/8/8/2559/F1.large.jpg?width=800&amp;height=600&amp;carousel=1">
            <a:extLst>
              <a:ext uri="{FF2B5EF4-FFF2-40B4-BE49-F238E27FC236}">
                <a16:creationId xmlns:a16="http://schemas.microsoft.com/office/drawing/2014/main" id="{F5370A84-86C5-481C-A3D2-AF7A8AB49A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009"/>
          <a:stretch/>
        </p:blipFill>
        <p:spPr bwMode="auto">
          <a:xfrm>
            <a:off x="352336" y="747913"/>
            <a:ext cx="3708167" cy="295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g3journal.org/content/ggg/8/8/2559/F1.large.jpg?width=800&amp;height=600&amp;carousel=1">
            <a:extLst>
              <a:ext uri="{FF2B5EF4-FFF2-40B4-BE49-F238E27FC236}">
                <a16:creationId xmlns:a16="http://schemas.microsoft.com/office/drawing/2014/main" id="{672489D0-60FD-4774-A40A-5602FEF60C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14"/>
          <a:stretch/>
        </p:blipFill>
        <p:spPr bwMode="auto">
          <a:xfrm>
            <a:off x="352337" y="3816896"/>
            <a:ext cx="3708167" cy="3041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D38DA7-E99E-4753-A2B9-31C3F9E1FB59}"/>
              </a:ext>
            </a:extLst>
          </p:cNvPr>
          <p:cNvSpPr txBox="1"/>
          <p:nvPr/>
        </p:nvSpPr>
        <p:spPr>
          <a:xfrm>
            <a:off x="268562" y="269524"/>
            <a:ext cx="3875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gQTL</a:t>
            </a:r>
            <a:r>
              <a:rPr lang="en-US" dirty="0"/>
              <a:t> for collaborative cross mouse RILs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54592-8BB9-4AB1-838E-5FDC9E556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759" y="1848156"/>
            <a:ext cx="7637477" cy="3719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AA5428-BC03-40CC-B008-0F31B05CFDE4}"/>
              </a:ext>
            </a:extLst>
          </p:cNvPr>
          <p:cNvSpPr txBox="1"/>
          <p:nvPr/>
        </p:nvSpPr>
        <p:spPr>
          <a:xfrm>
            <a:off x="6108352" y="1290478"/>
            <a:ext cx="4046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esayGWAS</a:t>
            </a:r>
            <a:r>
              <a:rPr lang="en-US" dirty="0"/>
              <a:t>, 4 species, data preloaded</a:t>
            </a:r>
          </a:p>
        </p:txBody>
      </p:sp>
    </p:spTree>
    <p:extLst>
      <p:ext uri="{BB962C8B-B14F-4D97-AF65-F5344CB8AC3E}">
        <p14:creationId xmlns:p14="http://schemas.microsoft.com/office/powerpoint/2010/main" val="2139566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132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QTL Mapping in Maize</vt:lpstr>
      <vt:lpstr>PowerPoint Presentation</vt:lpstr>
      <vt:lpstr>Existing QTL Mapping Software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QTL Mapping in Maize</dc:title>
  <dc:creator>Merritt Burch</dc:creator>
  <cp:lastModifiedBy>Merritt</cp:lastModifiedBy>
  <cp:revision>15</cp:revision>
  <dcterms:created xsi:type="dcterms:W3CDTF">2018-10-11T02:11:34Z</dcterms:created>
  <dcterms:modified xsi:type="dcterms:W3CDTF">2018-10-11T13:28:36Z</dcterms:modified>
</cp:coreProperties>
</file>