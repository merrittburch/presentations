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8"/>
    <p:restoredTop sz="94674"/>
  </p:normalViewPr>
  <p:slideViewPr>
    <p:cSldViewPr snapToGrid="0" snapToObjects="1">
      <p:cViewPr varScale="1">
        <p:scale>
          <a:sx n="90" d="100"/>
          <a:sy n="90" d="100"/>
        </p:scale>
        <p:origin x="21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B1F0-47DE-D94A-BF86-0D8D3F1EF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B2E7E-5D61-3249-BEB9-49CEBBEDB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D0BBD-27FD-A44E-B7BC-7425ED5A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C32A9-CF21-2A4D-A0A3-4886FDA1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41FFC-999F-C745-BC9B-FF9D1E91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9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C57A-5F5A-614D-AF22-C6D9142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2DF22-E54A-B243-9BA7-BFE217AA0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910C6-7C5F-B640-94DC-45DD2FCF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4AB84-35D8-7741-BDBF-D076BFBA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0E24-24C1-9948-85B8-50FA0BF5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9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0AC10-9EAC-4349-8DEF-19AF28CE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394F7-9709-6A43-8AB7-EF28F106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B2BC-8FF1-E24C-9B16-F06059C5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4FFD-7EBD-734F-8F9B-DD849DA2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12587-78CF-384B-A677-792395F1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FCEFC-E887-D64B-8BE6-B10453E5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7EDA9-B951-9247-BB3C-C43DBAFA4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DB498-8437-E042-B43B-2A748E5D7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7DB40-387E-1041-9CC3-7F462975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1860-595F-7846-AE7B-1B360405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E42FE-1B6D-3C4E-9939-89CDF45D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D9D2-78BB-264F-94BF-90D0729A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B768A-8CDB-544D-AA86-96F3AF891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276F2-66F3-3F4F-B1CA-5F28D71F2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0D519-792B-DF46-AA8B-4CA51B365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EE6BA-1CA3-FA4A-8974-BE857C86A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70C87-4512-A049-8BA6-14883994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5B4E6-E538-194C-9BF8-F9C652B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A659F-F412-9D40-8683-8A445850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1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ABB3-96F7-3842-ACE8-6FBFF31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3014F-E066-A940-87C8-504BCC8D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5DF35-1313-1F4C-A7E3-1190592D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0E5C8-B2F9-4143-95AB-D5CCA74C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5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E3DCC-6462-D04F-B4B4-4996555D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8D574-8F26-6242-AF2B-BA4E57E68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454F3-8A76-5E47-8032-759ADFA9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0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38162-524E-694D-A60D-E522CFCB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2AA6-68F4-DE44-812C-CD0CC08D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72A8E-548E-2844-AC02-8920EF267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7C279-8CCF-6B42-B99F-A0A843AB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D986E-27C6-8B48-8AB9-545BDD44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69244-D5F8-DF4B-B7B0-1EBE99DC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464A-E549-7E48-B238-017F08F1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5CC41-83DC-F441-9EC7-FFB3D07BD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36C84-FFDB-2E43-B553-6CD2194F7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1B0EA-CB2A-A347-87F9-F28C2360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B182F-C825-3944-9533-3D94DEFD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A233F-8B19-CB42-A025-26B01189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0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51B4-B897-1C49-B6AA-EA344DC2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C4DF4-C74B-A142-B692-EE5691AD9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F2AB4-C557-7D47-8B55-CE1D4B2A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B51EB-3BB2-9E49-B4A6-972C8D09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C1009-4FA6-6E45-A8F2-6F14D8B3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2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FBE46-7D6A-604F-A353-F9C0BDEAD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AC448-8057-8E4D-A63E-1B6D61E91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18EFE-3146-F649-8AD6-31AAC45D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E81E4-1958-B044-BA20-8BF5DB75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845E1-2A01-104D-BAED-794B5D74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DD24D-BB26-4848-BBCA-6B4ED3CB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8A0F3-4FFF-4141-9414-B98CA938B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6CE69-F3A4-8140-9CE1-60DD16A70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22CA0-1B23-D942-8EA4-EE98A1F80445}" type="datetimeFigureOut">
              <a:rPr lang="en-US" smtClean="0"/>
              <a:t>7/25/19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E6EA-D6E6-7146-A068-506C896B0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93AAD-4335-CB49-A9F0-6B8F290DF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71B05-28D2-CE40-A103-05D6A03A9B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2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03A0-8644-B04C-85B2-12357822A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Merritt Burch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BFF8B-6C3A-1E43-BD1D-F1FAD080D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Meeting Presentation</a:t>
            </a:r>
          </a:p>
          <a:p>
            <a:r>
              <a:rPr lang="en-US" dirty="0"/>
              <a:t>2019-07-25</a:t>
            </a:r>
          </a:p>
        </p:txBody>
      </p:sp>
    </p:spTree>
    <p:extLst>
      <p:ext uri="{BB962C8B-B14F-4D97-AF65-F5344CB8AC3E}">
        <p14:creationId xmlns:p14="http://schemas.microsoft.com/office/powerpoint/2010/main" val="219630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FCAF-B4AB-3048-B7E2-16F39F2C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(Still) merging phenotypes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31F69-809D-784E-8782-B814B548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0" y="2514600"/>
            <a:ext cx="7318273" cy="41719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476725-CD4F-764C-BCA3-0C43BB092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81430"/>
              </p:ext>
            </p:extLst>
          </p:nvPr>
        </p:nvGraphicFramePr>
        <p:xfrm>
          <a:off x="614363" y="1223963"/>
          <a:ext cx="6572250" cy="220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8163">
                  <a:extLst>
                    <a:ext uri="{9D8B030D-6E8A-4147-A177-3AD203B41FA5}">
                      <a16:colId xmlns:a16="http://schemas.microsoft.com/office/drawing/2014/main" val="3795563192"/>
                    </a:ext>
                  </a:extLst>
                </a:gridCol>
                <a:gridCol w="1103082">
                  <a:extLst>
                    <a:ext uri="{9D8B030D-6E8A-4147-A177-3AD203B41FA5}">
                      <a16:colId xmlns:a16="http://schemas.microsoft.com/office/drawing/2014/main" val="25079359"/>
                    </a:ext>
                  </a:extLst>
                </a:gridCol>
                <a:gridCol w="2641005">
                  <a:extLst>
                    <a:ext uri="{9D8B030D-6E8A-4147-A177-3AD203B41FA5}">
                      <a16:colId xmlns:a16="http://schemas.microsoft.com/office/drawing/2014/main" val="4019251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Population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N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# Phenotypes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85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NAM</a:t>
                      </a:r>
                    </a:p>
                  </a:txBody>
                  <a:tcPr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5182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463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039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282 Association Panel</a:t>
                      </a:r>
                    </a:p>
                  </a:txBody>
                  <a:tcPr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282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4301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87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Ames Diversity Panel</a:t>
                      </a:r>
                    </a:p>
                  </a:txBody>
                  <a:tcPr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2648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22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968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IBM</a:t>
                      </a:r>
                    </a:p>
                  </a:txBody>
                  <a:tcPr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302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TBD</a:t>
                      </a:r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6914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18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6DAA-9B1A-C144-B372-95549738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GLM on NAM flowering time traits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1DE34-9EC9-3F4E-8AB1-1FF4261AC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954" y="2078813"/>
            <a:ext cx="5780568" cy="3750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0BE746-7805-2245-BF8D-C57B05EE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32" y="2078813"/>
            <a:ext cx="5780568" cy="3750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ED6E97-8489-EF4E-9CDF-4E1C3239ADE9}"/>
              </a:ext>
            </a:extLst>
          </p:cNvPr>
          <p:cNvSpPr txBox="1"/>
          <p:nvPr/>
        </p:nvSpPr>
        <p:spPr>
          <a:xfrm>
            <a:off x="9651569" y="324487"/>
            <a:ext cx="22639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Min Count = 2000</a:t>
            </a:r>
          </a:p>
          <a:p>
            <a:r>
              <a:rPr lang="en-US" dirty="0"/>
              <a:t>Min Allele Freq = 0.02</a:t>
            </a:r>
          </a:p>
          <a:p>
            <a:r>
              <a:rPr lang="en-US" dirty="0"/>
              <a:t>Class Size = 10</a:t>
            </a:r>
          </a:p>
          <a:p>
            <a:r>
              <a:rPr lang="en-US" dirty="0"/>
              <a:t>MDS PCs = 5</a:t>
            </a:r>
          </a:p>
          <a:p>
            <a:r>
              <a:rPr lang="en-US" dirty="0"/>
              <a:t>Taxa = 4763</a:t>
            </a:r>
          </a:p>
          <a:p>
            <a:r>
              <a:rPr lang="en-US" dirty="0"/>
              <a:t>Sites = 441,264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70138-C567-9C40-B414-7F14FD584DB7}"/>
              </a:ext>
            </a:extLst>
          </p:cNvPr>
          <p:cNvSpPr txBox="1"/>
          <p:nvPr/>
        </p:nvSpPr>
        <p:spPr>
          <a:xfrm>
            <a:off x="4066150" y="6031468"/>
            <a:ext cx="4137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much population structure still!</a:t>
            </a:r>
          </a:p>
          <a:p>
            <a:r>
              <a:rPr lang="en-US" dirty="0"/>
              <a:t>Testing with family as a covariate (no PCs) </a:t>
            </a:r>
          </a:p>
        </p:txBody>
      </p:sp>
    </p:spTree>
    <p:extLst>
      <p:ext uri="{BB962C8B-B14F-4D97-AF65-F5344CB8AC3E}">
        <p14:creationId xmlns:p14="http://schemas.microsoft.com/office/powerpoint/2010/main" val="16370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34A3DD-773B-B94D-B412-607CDDE4B2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/>
              <a:t>GLM on NAM flowering time traits</a:t>
            </a:r>
            <a:endParaRPr lang="en-US" sz="3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69DF0-329D-BA48-80DF-D2B6AAB8BA97}"/>
              </a:ext>
            </a:extLst>
          </p:cNvPr>
          <p:cNvSpPr txBox="1"/>
          <p:nvPr/>
        </p:nvSpPr>
        <p:spPr>
          <a:xfrm>
            <a:off x="1007631" y="1896112"/>
            <a:ext cx="4056047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Modifying parameters - rerunning</a:t>
            </a:r>
          </a:p>
          <a:p>
            <a:r>
              <a:rPr lang="en-US" sz="2200" dirty="0"/>
              <a:t>Site Min Count = 2000</a:t>
            </a:r>
          </a:p>
          <a:p>
            <a:r>
              <a:rPr lang="en-US" sz="2200" dirty="0"/>
              <a:t>Min Allele Freq = 0.01</a:t>
            </a:r>
          </a:p>
          <a:p>
            <a:r>
              <a:rPr lang="en-US" sz="2200" dirty="0"/>
              <a:t>Class Size = 10</a:t>
            </a:r>
          </a:p>
          <a:p>
            <a:r>
              <a:rPr lang="en-US" sz="2200" strike="sngStrike" dirty="0"/>
              <a:t>MDS PCs = 5</a:t>
            </a:r>
          </a:p>
          <a:p>
            <a:r>
              <a:rPr lang="en-US" sz="2200" dirty="0"/>
              <a:t>Families as factors</a:t>
            </a:r>
          </a:p>
          <a:p>
            <a:r>
              <a:rPr lang="en-US" sz="2200" dirty="0"/>
              <a:t>Taxa = 4763</a:t>
            </a:r>
          </a:p>
          <a:p>
            <a:r>
              <a:rPr lang="en-US" sz="2200" dirty="0"/>
              <a:t>Sites = 441,264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F26D1-144D-1E48-A3E7-33C3C4DD4558}"/>
              </a:ext>
            </a:extLst>
          </p:cNvPr>
          <p:cNvSpPr txBox="1"/>
          <p:nvPr/>
        </p:nvSpPr>
        <p:spPr>
          <a:xfrm>
            <a:off x="838200" y="5088493"/>
            <a:ext cx="4137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much population structure still!</a:t>
            </a:r>
          </a:p>
          <a:p>
            <a:r>
              <a:rPr lang="en-US" dirty="0"/>
              <a:t>Testing with family as a covariate (no PCs) </a:t>
            </a:r>
          </a:p>
        </p:txBody>
      </p:sp>
    </p:spTree>
    <p:extLst>
      <p:ext uri="{BB962C8B-B14F-4D97-AF65-F5344CB8AC3E}">
        <p14:creationId xmlns:p14="http://schemas.microsoft.com/office/powerpoint/2010/main" val="403012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130</Words>
  <Application>Microsoft Macintosh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Merritt Burch</vt:lpstr>
      <vt:lpstr>(Still) merging phenotypes</vt:lpstr>
      <vt:lpstr>GLM on NAM flowering time traits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Merritt Burch</dc:title>
  <dc:creator>Microsoft Office User</dc:creator>
  <cp:lastModifiedBy>Microsoft Office User</cp:lastModifiedBy>
  <cp:revision>4</cp:revision>
  <dcterms:created xsi:type="dcterms:W3CDTF">2019-07-25T12:45:10Z</dcterms:created>
  <dcterms:modified xsi:type="dcterms:W3CDTF">2019-07-25T13:57:37Z</dcterms:modified>
</cp:coreProperties>
</file>