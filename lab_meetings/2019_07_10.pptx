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8"/>
    <p:restoredTop sz="94716"/>
  </p:normalViewPr>
  <p:slideViewPr>
    <p:cSldViewPr snapToGrid="0" snapToObjects="1">
      <p:cViewPr varScale="1">
        <p:scale>
          <a:sx n="90" d="100"/>
          <a:sy n="90" d="100"/>
        </p:scale>
        <p:origin x="216" y="9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EA053-2AF0-5440-BC17-AB13CA3DE9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E74D69-AB9A-6145-9E89-ED794BA5F8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528821-A196-0A4C-AAF6-82C48436C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0CBC6-C01C-554A-A41D-4BD59E0A6905}" type="datetimeFigureOut">
              <a:rPr lang="en-US" smtClean="0"/>
              <a:t>7/10/19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036FEF-C3BC-1445-B355-3C3E2131A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772662-CF9C-AC46-AADF-15ABA4A109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135CF-1EB0-164D-A67A-771B5AFE46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2825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4606B-5477-C843-B1F3-3EE7348EE7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98B7BD-FF72-C54E-B3CD-882E43C469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409049-856A-2948-8675-E1B557B838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0CBC6-C01C-554A-A41D-4BD59E0A6905}" type="datetimeFigureOut">
              <a:rPr lang="en-US" smtClean="0"/>
              <a:t>7/10/19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BD106A-4763-3644-B821-F0AAE357B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5AD954-F811-DA4D-98BB-5EA14FCB5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135CF-1EB0-164D-A67A-771B5AFE46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895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E1DFA-6E0A-CE4E-88B3-6D90930DA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E51931-1B39-7249-B52E-EB65C23C10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407096-0A7B-4845-89AD-B8114153BB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0CBC6-C01C-554A-A41D-4BD59E0A6905}" type="datetimeFigureOut">
              <a:rPr lang="en-US" smtClean="0"/>
              <a:t>7/10/19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1E3010-CDD4-E34D-BCA1-AD042D04E1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8118AD-CFD3-6543-9CF1-2E8E721B5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135CF-1EB0-164D-A67A-771B5AFE46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483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A8EF8-47A7-214A-A679-655F0B9C7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5FA78E-F209-054A-9E5C-CE96B39688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368045-8E67-2744-8900-E6C3589408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8E3A22-BA84-5A4B-897E-7CD89F197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0CBC6-C01C-554A-A41D-4BD59E0A6905}" type="datetimeFigureOut">
              <a:rPr lang="en-US" smtClean="0"/>
              <a:t>7/10/19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06D952-CB76-6E49-B88F-F8909244A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7C30CB-A2C1-C344-8430-851193444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135CF-1EB0-164D-A67A-771B5AFE46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31197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CFA994-9253-0A40-9B58-57A42685D5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3FEF33-7A24-5B44-BF47-C340408B39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34A803-BBEE-9C4E-B64B-AFAD7B420A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6B24E39-3CAD-DC4B-BEA3-68F31AA8A0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2E8937-65B1-D246-B667-6358C259FA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FD7710-77BD-F241-97A5-589314617C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0CBC6-C01C-554A-A41D-4BD59E0A6905}" type="datetimeFigureOut">
              <a:rPr lang="en-US" smtClean="0"/>
              <a:t>7/10/19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AD4EE7D-2493-7749-9EBE-089AB63DC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897F948-6DF3-D741-8D53-9E6040792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135CF-1EB0-164D-A67A-771B5AFE46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9785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6E287-A113-FF43-A3E3-1803A07B0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6F9661-5FEB-B042-AF35-79E9F86D87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0CBC6-C01C-554A-A41D-4BD59E0A6905}" type="datetimeFigureOut">
              <a:rPr lang="en-US" smtClean="0"/>
              <a:t>7/10/19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4C16B8-14E2-E949-A52A-B5A466B7C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F721BE-4BE8-584F-AAFD-E01C2D5E2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135CF-1EB0-164D-A67A-771B5AFE46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3264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406195C-F174-5D4D-A706-C43DB4B79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0CBC6-C01C-554A-A41D-4BD59E0A6905}" type="datetimeFigureOut">
              <a:rPr lang="en-US" smtClean="0"/>
              <a:t>7/10/19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0CA33D-F338-5B41-931B-BF9459C0A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A7595E-7174-E64A-A577-FD34E34E9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135CF-1EB0-164D-A67A-771B5AFE46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7552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572DB-5BF9-7D46-A15B-5079CA8CF6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EDD2C-4F6E-CD4C-8CF3-D680F4C96C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F0D2EC-B395-A64E-A31D-EF8D46186F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9C34D3-5503-8340-BB9D-4241B3EEC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0CBC6-C01C-554A-A41D-4BD59E0A6905}" type="datetimeFigureOut">
              <a:rPr lang="en-US" smtClean="0"/>
              <a:t>7/10/19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88EDF4-9A77-614C-BDF4-FF5F0EFAB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E96F64-6792-7F44-90EA-0F54FFA21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135CF-1EB0-164D-A67A-771B5AFE46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6618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16913-9D5E-6541-8ED3-2D8076371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914E90-7189-044C-B1FE-4FA9F948A9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ABFCD1-AAF1-8144-8A04-110C5551BC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37E5D0-04B4-8049-8978-16A3F65CA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0CBC6-C01C-554A-A41D-4BD59E0A6905}" type="datetimeFigureOut">
              <a:rPr lang="en-US" smtClean="0"/>
              <a:t>7/10/19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61B76C-26D3-5F4E-B0CE-E80ADAD81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AA4A1B-FA78-364E-B1F9-93816D453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135CF-1EB0-164D-A67A-771B5AFE46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294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64999-D32B-004D-B84A-4D2CCF3B6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FA2716-80E9-8941-9D5A-8A1DD3409D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3BF176-3CD6-BA49-A47A-1644C34EEE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0CBC6-C01C-554A-A41D-4BD59E0A6905}" type="datetimeFigureOut">
              <a:rPr lang="en-US" smtClean="0"/>
              <a:t>7/10/19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5AB4D2-7BA8-DB41-A0D8-DBB09763F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366C8F-196B-5C4C-857E-1B15C3E8D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135CF-1EB0-164D-A67A-771B5AFE46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5815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B81FE3-E2A7-4541-9ADD-C6A44C9EB4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AF0D29-78B1-E740-9892-EE32DD84CB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877909-5199-6743-80AB-4BB220835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0CBC6-C01C-554A-A41D-4BD59E0A6905}" type="datetimeFigureOut">
              <a:rPr lang="en-US" smtClean="0"/>
              <a:t>7/10/19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828F7C-DF06-0D41-A8B1-D2516E318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E9B26C-F966-8E4E-AF60-197D69FA9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135CF-1EB0-164D-A67A-771B5AFE46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70240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BD32DDC-8BD9-8343-936F-302C07755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ED82A1-A16D-414E-A111-1427ED98F9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0C3FBB-0299-4D4B-B70B-C1BA042638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60CBC6-C01C-554A-A41D-4BD59E0A6905}" type="datetimeFigureOut">
              <a:rPr lang="en-US" smtClean="0"/>
              <a:t>7/10/19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32B6E4-AB30-514F-A143-630C35BECB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3BD608-3F3F-804E-B630-93EF47CB0C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6135CF-1EB0-164D-A67A-771B5AFE46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3848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7DCBA-08D1-204A-BC15-6ED579B90A0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500" dirty="0"/>
              <a:t>Merritt Burch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08B4D3-D21E-A04A-BA32-239B3E2124D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Lab Meeting</a:t>
            </a:r>
          </a:p>
          <a:p>
            <a:r>
              <a:rPr lang="en-US" dirty="0"/>
              <a:t>2019-07-10</a:t>
            </a:r>
          </a:p>
        </p:txBody>
      </p:sp>
    </p:spTree>
    <p:extLst>
      <p:ext uri="{BB962C8B-B14F-4D97-AF65-F5344CB8AC3E}">
        <p14:creationId xmlns:p14="http://schemas.microsoft.com/office/powerpoint/2010/main" val="35538494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6B571-C8BA-6D42-A172-96251BF35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500" dirty="0"/>
              <a:t>Ran PHG Pipeline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E6CE7F-DF88-0148-951F-04DA0C38B1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Populated database and genotyped test data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D2AE02-B11F-5E41-AA7F-60D0D4C226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955850"/>
            <a:ext cx="5870975" cy="254793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45A0545-EBB8-9D41-A851-6B6BDCA353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488" y="2681288"/>
            <a:ext cx="5748337" cy="3097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1014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AA573-757A-954D-93A9-703CB8D77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500" dirty="0"/>
              <a:t>Phenotype collection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CAC445D-D95A-6E40-BBDB-AD6C0FD11F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57363" y="1370806"/>
            <a:ext cx="9067972" cy="5250141"/>
          </a:xfrm>
        </p:spPr>
      </p:pic>
    </p:spTree>
    <p:extLst>
      <p:ext uri="{BB962C8B-B14F-4D97-AF65-F5344CB8AC3E}">
        <p14:creationId xmlns:p14="http://schemas.microsoft.com/office/powerpoint/2010/main" val="21093447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16</Words>
  <Application>Microsoft Macintosh PowerPoint</Application>
  <PresentationFormat>Widescreen</PresentationFormat>
  <Paragraphs>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Merritt Burch</vt:lpstr>
      <vt:lpstr>Ran PHG Pipeline</vt:lpstr>
      <vt:lpstr>Phenotype collection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Merritt Burch</dc:title>
  <dc:creator>Microsoft Office User</dc:creator>
  <cp:lastModifiedBy>Microsoft Office User</cp:lastModifiedBy>
  <cp:revision>4</cp:revision>
  <dcterms:created xsi:type="dcterms:W3CDTF">2019-07-10T19:23:02Z</dcterms:created>
  <dcterms:modified xsi:type="dcterms:W3CDTF">2019-07-10T21:03:33Z</dcterms:modified>
</cp:coreProperties>
</file>